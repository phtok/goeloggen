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EBB5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 Klar"/>
              <a:cs typeface="Goetheanum Schrift Klar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Zuerst das 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Laut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Schriften installieren: </a:t>
            </a:r>
            <a:pPr indent="0" marL="0">
              <a:buNone/>
            </a:pPr>
            <a:r>
              <a:rPr lang="en-US" sz="900" u="sng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Schrift 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‹Goetheanum Icons›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u="sng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BB565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Bereich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2025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2026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Δ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Bühne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4380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+260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Hochschule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2950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2870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−80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1410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1530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3210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3640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+430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Total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11 690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12 420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Laut" pitchFamily="34" charset="0"/>
                          <a:ea typeface="Goetheanum Schrift Laut" pitchFamily="34" charset="-122"/>
                          <a:cs typeface="Goetheanum Schrift Laut" pitchFamily="34" charset="-120"/>
                        </a:rPr>
                        <a:t>+730</a:t>
                      </a:r>
                      <a:endParaRPr lang="en-US" sz="1300" dirty="0">
                        <a:latin typeface="Goetheanum Schrift Laut" charset="0"/>
                        <a:ea typeface="Goetheanum Schrift Laut" charset="0"/>
                        <a:cs typeface="Goetheanum Schrift Lau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u="sng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 K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