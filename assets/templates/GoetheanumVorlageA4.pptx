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Ertrag</c:v>
                </c:pt>
              </c:strCache>
            </c:strRef>
          </c:tx>
          <c:spPr>
            <a:solidFill>
              <a:srgbClr val="005E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11.8</c:v>
                </c:pt>
                <c:pt idx="2">
                  <c:v>12.7</c:v>
                </c:pt>
                <c:pt idx="3">
                  <c:v>12.4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Aufwand</c:v>
                </c:pt>
              </c:strCache>
            </c:strRef>
          </c:tx>
          <c:spPr>
            <a:solidFill>
              <a:srgbClr val="947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10.9</c:v>
                </c:pt>
                <c:pt idx="1">
                  <c:v>11.5</c:v>
                </c:pt>
                <c:pt idx="2">
                  <c:v>12.1</c:v>
                </c:pt>
                <c:pt idx="3">
                  <c:v>12.6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B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480"/>
              </a:solidFill>
              <a:latin typeface="Goetheanum Schrift"/>
              <a:cs typeface="Goetheanum Schrif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itel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6344"/>
            <a:ext cx="1850284" cy="31089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 · Bereich · TT.MM.JJJJ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renner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5000" dirty="0">
                <a:solidFill>
                  <a:srgbClr val="93BCE7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5000" dirty="0">
                <a:solidFill>
                  <a:srgbClr val="93BCE7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01</a:t>
            </a:r>
            <a:endParaRPr lang="en-US" sz="5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CCDFF1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 eingerüc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as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ganzseiti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0" y="0"/>
            <a:ext cx="1068933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Bildlegende: Ort, Anlass, Fotografie</a:t>
            </a:r>
            <a:endParaRPr lang="en-US" sz="900" dirty="0"/>
          </a:p>
        </p:txBody>
      </p:sp>
      <p:sp>
        <p:nvSpPr>
          <p:cNvPr id="4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669280" y="0"/>
            <a:ext cx="502005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05000"/>
              </a:lnSpc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</a:t>
            </a:r>
            <a:endParaRPr lang="en-US" sz="2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Text zur Bildseite</a:t>
            </a:r>
            <a:endParaRPr lang="en-US" sz="13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Bildlegende: Ort, Anlass, Fotografie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assets/fonts/goetheanum/Beipackzettel-Goetheanum-Schriften.pdf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 · Bereich · TT.MM.JJJJ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Fünf Grössen, fünf Schnitte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325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Plakat 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002536" y="228600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50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Zuerst das </a:t>
            </a:r>
            <a:r>
              <a:rPr lang="en-US" sz="50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Ganze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48640" y="323697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Überschrift 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002536" y="3236976"/>
            <a:ext cx="8138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Dann der tragende Gedanke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8587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Lead 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02536" y="38587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Vorspann sammelt das Wichtige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334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Grundtext 13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02536" y="433425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Grundtext erzählt ruhig und genau.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7183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Marginalie 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02536" y="4718304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Die Marginalie begleitet am Rand.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51389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Dicke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02536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Leise dämpft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02536" y="53766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Ruhig" pitchFamily="34" charset="0"/>
                <a:ea typeface="Goetheanum Schrift Ruhig" pitchFamily="34" charset="-122"/>
                <a:cs typeface="Goetheanum Schrift Ruhig" pitchFamily="34" charset="-120"/>
              </a:rPr>
              <a:t>Ruhig begleitet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02536" y="5614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Klar erzählt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02536" y="5852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Deutlich führt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02536" y="60899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b="1"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Laut</a:t>
            </a: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 betont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02536" y="636422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In Klar-Text schaltet Strg+B auf Laut und Strg+I auf Leise.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656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Regel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02536" y="66568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Anführungen stehen in einfachen Guillemets: ‹so›. Überschriften stehen in Deutlich.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995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Schriften installieren: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‹Download›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Piktogramme aus der Hausschrift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Schrift </a:t>
            </a:r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‹Goetheanum Icons›</a:t>
            </a:r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 wählen, Buchstaben tippen.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WLAN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5564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75564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8249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Lift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6265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s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96265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8950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Treppe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69664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x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169664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096512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Rollstuhl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76672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376672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03520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Eintritt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v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58368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1052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Gruppe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9068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k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79068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1753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Restmüll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9769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h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99769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92454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Bioabfall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w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54864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Nur mit Augen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75564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q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175564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q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8249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Bitte anfassen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6265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y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296265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88950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Damen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69664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r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4169664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096512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Hunde anleinen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6672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5376672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303520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Keine Fotos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t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658368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1052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Keine Hunde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79068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u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779068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1753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Draussen essen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9769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j</a:t>
            </a:r>
            <a:endParaRPr lang="en-US" sz="3200" dirty="0"/>
          </a:p>
        </p:txBody>
      </p:sp>
      <p:sp>
        <p:nvSpPr>
          <p:cNvPr id="51" name="Text 49"/>
          <p:cNvSpPr/>
          <p:nvPr/>
        </p:nvSpPr>
        <p:spPr>
          <a:xfrm>
            <a:off x="899769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j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92454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Papier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626364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Grossbuchstaben setzen dasselbe Zeichen mit Beschriftung. Pfeile und Kompass: Schrift ‹Goetheanum Pfeile›.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Alle Zeichen, Belegung und Installation: </a:t>
            </a:r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‹Schriften und Piktogramme›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Worüber wir sprechen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788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Rückblick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das Jahr geprägt hat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60320" y="37490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Zahlen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Ergebnis, Bilanz, Entwicklung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7091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566160" y="4709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Einordnung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die Zahlen bedeuten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5669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5669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Ausblick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Budget und nächste Schritte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5000" dirty="0">
                <a:solidFill>
                  <a:srgbClr val="93BCE7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</a:t>
            </a:r>
            <a:endParaRPr lang="en-US" sz="5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CCDFF1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 in Deutlich 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Vorspann steht in Leise 18.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 fasst die Folie in zwei Zeilen.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Fliesstext steht in Klar 13, linksbündig.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Zeilen bleiben kurz: sechs bis sieben Worte.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Aufzählungen nur, wenn wirklich gezählt wird: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Erster Punkt, knapp formuliert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Zweiter Punkt, ohne Schachtelung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Dritter Punkt, höchstens fünf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3429000"/>
            <a:ext cx="3657600" cy="201168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37033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Merkkasten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Eine Kernaussage, die bleiben soll.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Hervorgehoben im Blau-Tint,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betont allein durch die Fette.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Zwei Spalten, ein Gedanke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Heute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Beschreibung des Ist-Zustands.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Beide Spalten beginnen oben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auf derselben Höhe.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5778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Morgen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5778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Beschreibung des Ziel-Zustands.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Zwischentitel in Laut 13,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Text in Klar 13.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Fazit in einem Satz, gesetzt in Leise 18.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s Goetheanum in Dornach: die Westfassade mit dem grossen Fenster, gesehen durch blühenden Lavendel"/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Goetheanum, Westfassade · Foto: Goetheanum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urythmie-Aufführung: eine Gruppe in fliessenden Gewändern bewegt sich in blauem Bühnenlicht"/>
          <p:cNvPicPr>
            <a:picLocks noChangeAspect="1"/>
          </p:cNvPicPr>
          <p:nvPr>
            <p:ph idx="101" hasCustomPrompt="1"/>
          </p:nvPr>
        </p:nvPicPr>
        <p:blipFill>
          <a:blip r:embed="rId1"/>
          <a:stretch>
            <a:fillRect/>
          </a:stretch>
        </p:blipFill>
        <p:spPr>
          <a:xfrm>
            <a:off x="5669280" y="0"/>
            <a:ext cx="502005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halb und halb</a:t>
            </a:r>
            <a:endParaRPr lang="en-US" sz="26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Das Bild läuft randlos bis zur Kante.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Text behält seine Spaltenbreite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und seine Ruhe.</a:t>
            </a:r>
            <a:endParaRPr lang="en-US" sz="1300" dirty="0"/>
          </a:p>
        </p:txBody>
      </p:sp>
      <p:sp>
        <p:nvSpPr>
          <p:cNvPr id="6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Eurythmie-Abschlusstreffen 2025 · Foto: Xue Li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Das Jahr in vier Kennzahlen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12,4 Mio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Ertrag CHF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99232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8" name="Text 6"/>
          <p:cNvSpPr/>
          <p:nvPr/>
        </p:nvSpPr>
        <p:spPr>
          <a:xfrm>
            <a:off x="3227832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−2,1 %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27832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zum Vorjahr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49824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86 %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78424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Eigenfinanzierung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00416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4" name="Text 12"/>
          <p:cNvSpPr/>
          <p:nvPr/>
        </p:nvSpPr>
        <p:spPr>
          <a:xfrm>
            <a:off x="8129016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A672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3,2 Mio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129016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Spenden CHF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Musterzahlen, beim Ausfüllen ersetzen.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Entwicklung über vier Jahre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4688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223760" y="269748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Lesart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Rechts steht die Deutung: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bis zwei Sätze dazu,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die Kurve erzählt.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Angaben in Mio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Ergebnis nach Bereichen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9592056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700784"/>
                <a:gridCol w="1700784"/>
                <a:gridCol w="170992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Bereich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2025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2026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Δ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Bühne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4120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4380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+260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Hochschule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2950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2870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6B7480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−80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Verlag und Medien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1410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1530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+120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Gebäude und Park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3210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3640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+430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Total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11 690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12 420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+730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Angaben in Tausend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 Ort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Praktische Hinweise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47472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WLAN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Gastzugang: Goetheanum, offen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9224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40664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Lift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Zugang über den Westeingang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Eintritt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Frei, Kollekte am Ausgang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0664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Fotografie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Bitte keine Aufnahmen im Saal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Piktogramme: Schrift ‹Goetheanum Icons›, Belegung im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‹Beipackzettel›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02536" y="246888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Zitat oder eine These steht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allein auf der Folie, gesetzt in Leise,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gross, ruhig, ohne Beiwerk.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002536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Name, Funktion · Quelle, Jahr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Vielen Dank.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Fragen, Unterlagen, Kontakt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vorname.name@goetheanum.ch · +41 61 706 42 42 · goetheanum.ch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72B"/>
      </a:dk2>
      <a:lt2>
        <a:srgbClr val="EEF4FB"/>
      </a:lt2>
      <a:accent1>
        <a:srgbClr val="005EB8"/>
      </a:accent1>
      <a:accent2>
        <a:srgbClr val="EBB565"/>
      </a:accent2>
      <a:accent3>
        <a:srgbClr val="94702E"/>
      </a:accent3>
      <a:accent4>
        <a:srgbClr val="9CC3EC"/>
      </a:accent4>
      <a:accent5>
        <a:srgbClr val="BFD7F0"/>
      </a:accent5>
      <a:accent6>
        <a:srgbClr val="6B7177"/>
      </a:accent6>
      <a:hlink>
        <a:srgbClr val="005EB8"/>
      </a:hlink>
      <a:folHlink>
        <a:srgbClr val="94702E"/>
      </a:folHlink>
    </a:clrScheme>
    <a:fontScheme name="Office">
      <a:majorFont>
        <a:latin typeface="Goetheanum Schrift Deutlich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oetheanum Schrif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Goetheanum, Dornach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Goetheanum PowerPoint-Vorlage (A4 quer)</dc:title>
  <dc:subject>Präsentationsvorlage im Hausbild – Schrift v2.7</dc:subject>
  <dc:creator>Goetheanum</dc:creator>
  <cp:lastModifiedBy>Goetheanum</cp:lastModifiedBy>
  <cp:revision>5</cp:revision>
  <dcterms:created xsi:type="dcterms:W3CDTF">2026-07-08T19:00:25Z</dcterms:created>
  <dcterms:modified xsi:type="dcterms:W3CDTF">2026-07-08T19:00:25Z</dcterms:modified>
</cp:coreProperties>
</file>