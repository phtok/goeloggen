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embeddedFontLst>
    <p:embeddedFont>
      <p:font typeface="Goetheanum Schrift Klar"/>
      <p:regular r:id="rId22"/>
    </p:embeddedFont>
    <p:embeddedFont>
      <p:font typeface="Goetheanum Schrift Laut"/>
      <p:regular r:id="rId23"/>
    </p:embeddedFont>
    <p:embeddedFont>
      <p:font typeface="Goetheanum Schrift Leise"/>
      <p:regular r:id="rId24"/>
    </p:embeddedFont>
    <p:embeddedFont>
      <p:font typeface="Goetheanum Icons"/>
      <p:regular r:id="rId2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EBB5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 Klar"/>
              <a:cs typeface="Goetheanum Schrift Klar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phtok.github.io/goeloggen/schriften.html" TargetMode="Externa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htok.github.io/goeloggen/schriften.html" TargetMode="Externa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phtok.github.io/goeloggen/assets/fonts/goetheanum/Beipackzettel-Goetheanum-Schriften.pdf" TargetMode="Externa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Fünf Grössen, eine Schrift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23774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Plakat 50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2002536" y="2377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Zuerst das Ganze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548640" y="3438144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2002536" y="34381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41148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Lead 18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002536" y="41148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48640" y="46451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002536" y="464515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508406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002536" y="508406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55778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Dicke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002536" y="55778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002536" y="58704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002536" y="616305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Laut betont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671169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Regel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2002536" y="671169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Anführungen stehen in einfachen Guillemets: ‹so›.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Schriften installieren: </a:t>
            </a:r>
            <a:pPr indent="0" marL="0">
              <a:buNone/>
            </a:pPr>
            <a:r>
              <a:rPr lang="en-US" sz="900" u="sng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Schrift 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‹Goetheanum Icons›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3154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48640" y="38404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g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75488" y="40690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WLAN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755648" y="3154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1755648" y="38404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682496" y="40690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Lift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962656" y="3154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962656" y="38404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889504" y="40690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Treppe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169664" y="3154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4169664" y="38404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x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096512" y="40690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Barrierefrei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376672" y="3154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5376672" y="38404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303520" y="40690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Eintritt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3154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2" name="Text 19"/>
          <p:cNvSpPr/>
          <p:nvPr/>
        </p:nvSpPr>
        <p:spPr>
          <a:xfrm>
            <a:off x="6583680" y="38404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v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10528" y="40690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790688" y="3154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7790688" y="38404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k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717536" y="40690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Abfall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997696" y="3154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8" name="Text 25"/>
          <p:cNvSpPr/>
          <p:nvPr/>
        </p:nvSpPr>
        <p:spPr>
          <a:xfrm>
            <a:off x="8997696" y="38404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h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924544" y="40690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Bio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47548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1" name="Text 28"/>
          <p:cNvSpPr/>
          <p:nvPr/>
        </p:nvSpPr>
        <p:spPr>
          <a:xfrm>
            <a:off x="548640" y="54406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5488" y="56692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Auge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755648" y="47548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4" name="Text 31"/>
          <p:cNvSpPr/>
          <p:nvPr/>
        </p:nvSpPr>
        <p:spPr>
          <a:xfrm>
            <a:off x="1755648" y="54406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q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682496" y="56692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Hand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2962656" y="47548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7" name="Text 34"/>
          <p:cNvSpPr/>
          <p:nvPr/>
        </p:nvSpPr>
        <p:spPr>
          <a:xfrm>
            <a:off x="2962656" y="54406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y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2889504" y="56692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Person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169664" y="47548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40" name="Text 37"/>
          <p:cNvSpPr/>
          <p:nvPr/>
        </p:nvSpPr>
        <p:spPr>
          <a:xfrm>
            <a:off x="4169664" y="54406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4096512" y="56692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376672" y="47548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3" name="Text 40"/>
          <p:cNvSpPr/>
          <p:nvPr/>
        </p:nvSpPr>
        <p:spPr>
          <a:xfrm>
            <a:off x="5376672" y="54406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z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5303520" y="56692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583680" y="47548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6" name="Text 43"/>
          <p:cNvSpPr/>
          <p:nvPr/>
        </p:nvSpPr>
        <p:spPr>
          <a:xfrm>
            <a:off x="6583680" y="54406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10528" y="56692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790688" y="47548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9" name="Text 46"/>
          <p:cNvSpPr/>
          <p:nvPr/>
        </p:nvSpPr>
        <p:spPr>
          <a:xfrm>
            <a:off x="7790688" y="54406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7717536" y="56692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Nicht essen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997696" y="47548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2" name="Text 49"/>
          <p:cNvSpPr/>
          <p:nvPr/>
        </p:nvSpPr>
        <p:spPr>
          <a:xfrm>
            <a:off x="8997696" y="544068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j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8924544" y="566928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Papier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u="sng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Agenda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04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Folientitel in Klar 26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Heute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Morgen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to-bau-vo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pic>
        <p:nvPicPr>
          <p:cNvPr id="3" name="Image 1" descr="foto-buehne-hal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6" name="Text 2"/>
          <p:cNvSpPr/>
          <p:nvPr/>
        </p:nvSpPr>
        <p:spPr>
          <a:xfrm>
            <a:off x="548640" y="283464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12,4 Mio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9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–2,1 %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2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86 %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5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BB565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3,2 Mio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Bereich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2025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2026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Δ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Bühne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4 120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4 380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+260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Hochschule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2 950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2 870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–80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1 410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1 530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3 210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3 640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+430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Total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11 690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12 420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+730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002536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 Ort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2002536" y="14630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2002536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2916936" y="2926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163056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077456" y="2926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002536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2916936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63056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7077456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u="sng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654296" y="6995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goetheanu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2002536" y="371246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oetheanum Schrift Kla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 K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Vorlage</dc:title>
  <dc:subject>PptxGenJS Presentation</dc:subject>
  <dc:creator>Goetheanum</dc:creator>
  <cp:lastModifiedBy>Goetheanum</cp:lastModifiedBy>
  <cp:revision>1</cp:revision>
  <dcterms:created xsi:type="dcterms:W3CDTF">2026-06-11T21:22:25Z</dcterms:created>
  <dcterms:modified xsi:type="dcterms:W3CDTF">2026-06-11T21:22:25Z</dcterms:modified>
</cp:coreProperties>
</file>