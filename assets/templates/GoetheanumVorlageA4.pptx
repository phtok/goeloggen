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947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erkzeuge.goetheanum.ch/typografi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Guetesiegel"/>
          <p:cNvSpPr/>
          <p:nvPr/>
        </p:nvSpPr>
        <p:spPr>
          <a:xfrm>
            <a:off x="6948000" y="5148000"/>
            <a:ext cx="3204000" cy="11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de-CH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Gütesiegel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Gesichert: Layout, Hausfarben, Schrift, geprüfte Kontraste – barrierefrei.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Feinschliff ist Goodwill – nutze die gemeinsame Sprache und entwickle sie mit.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 – ein Merkmal genügt (Einfachauszeichnung).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Deutlich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A672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 ersetzen. −2,1 % trägt ein echtes Minus, 12,4 Mio ein schmales Leerzeichen.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CHF. Ziffern tabellarisch und rechtsbündig; 11 690 gruppiert.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OE Feintypograf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</a:p>
        </p:txBody>
      </p:sp>
      <p:sp>
        <p:nvSpPr>
          <p:cNvPr id="3" name="Titel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Die kleinen Zeichen</a:t>
            </a:r>
          </a:p>
        </p:txBody>
      </p:sp>
      <p:sp>
        <p:nvSpPr>
          <p:cNvPr id="4" name="Lede"/>
          <p:cNvSpPr/>
          <p:nvPr/>
        </p:nvSpPr>
        <p:spPr>
          <a:xfrm>
            <a:off x="548640" y="228600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Klein, aber sie tragen die Sorgfalt – was PowerPoint nicht erzwingt.</a:t>
            </a:r>
          </a:p>
        </p:txBody>
      </p:sp>
      <p:sp>
        <p:nvSpPr>
          <p:cNvPr id="5" name="BeispieleLinks"/>
          <p:cNvSpPr/>
          <p:nvPr/>
        </p:nvSpPr>
        <p:spPr>
          <a:xfrm>
            <a:off x="54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‹Zitat›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einfache Guillemets ‹…› für Anführungen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−2,1 %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echtes Minus −, kein Bindestrich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führenden Nullen – nicht ‹01›</a:t>
            </a:r>
          </a:p>
        </p:txBody>
      </p:sp>
      <p:sp>
        <p:nvSpPr>
          <p:cNvPr id="6" name="BeispieleRechts"/>
          <p:cNvSpPr/>
          <p:nvPr/>
        </p:nvSpPr>
        <p:spPr>
          <a:xfrm>
            <a:off x="568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12,4 Mio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 und Einheit zusammen: schmales geschütztes Leerzeichen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11 690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Ziffern tabellarisch und rechtsbündig, Tausender gruppiert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b="1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wichtig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Einfachauszeichnung: ein Merkmal genügt – Laut, nie Versal</a:t>
            </a:r>
          </a:p>
        </p:txBody>
      </p:sp>
      <p:sp>
        <p:nvSpPr>
          <p:cNvPr id="7" name="Regelwerk-Link"/>
          <p:cNvSpPr/>
          <p:nvPr/>
        </p:nvSpPr>
        <p:spPr>
          <a:xfrm>
            <a:off x="548640" y="5040000"/>
            <a:ext cx="9592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ganze Regelwerk: </a:t>
            </a:r>
            <a:r>
              <a:rPr lang="de-CH" sz="10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werkzeuge.goetheanum.ch/typografie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