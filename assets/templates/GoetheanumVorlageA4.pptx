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charts/chart1.xml" ContentType="application/vnd.openxmlformats-officedocument.drawingml.chart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?><Relationships xmlns="http://schemas.openxmlformats.org/package/2006/relationships"><Relationship Id="rId1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3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</p:sldIdLst>
  <p:notesMasterIdLst>
    <p:notesMasterId r:id="rId17"/>
  </p:notesMasterIdLst>
  <p:sldSz cx="10689336" cy="7562088"/>
  <p:notesSz cx="7562088" cy="10689336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notesMaster" Target="notesMasters/notesMaster1.xml"/><Relationship Id="rId18" Type="http://schemas.openxmlformats.org/officeDocument/2006/relationships/presProps" Target="presProps.xml"/><Relationship Id="rId19" Type="http://schemas.openxmlformats.org/officeDocument/2006/relationships/viewProps" Target="viewProps.xml"/><Relationship Id="rId20" Type="http://schemas.openxmlformats.org/officeDocument/2006/relationships/theme" Target="theme/theme1.xml"/><Relationship Id="rId21" Type="http://schemas.openxmlformats.org/officeDocument/2006/relationships/tableStyles" Target="tableStyles.xml"/></Relationships>
</file>

<file path=ppt/charts/_rels/chart1.xml.rels><?xml version="1.0" encoding="UTF-8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Ertrag</c:v>
                </c:pt>
              </c:strCache>
            </c:strRef>
          </c:tx>
          <c:spPr>
            <a:solidFill>
              <a:srgbClr val="005EB8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Sheet1!$A$2:$A$5</c:f>
              <c:multiLvlStrCache>
                <c:ptCount val="4"/>
                <c:lvl>
                  <c:pt idx="0">
                    <c:v>2023</c:v>
                  </c:pt>
                  <c:pt idx="1">
                    <c:v>2024</c:v>
                  </c:pt>
                  <c:pt idx="2">
                    <c:v>2025</c:v>
                  </c:pt>
                  <c:pt idx="3">
                    <c:v>2026</c:v>
                  </c:pt>
                </c:lvl>
              </c:multiLvlStrCache>
            </c:multiLvl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11.2</c:v>
                </c:pt>
                <c:pt idx="1">
                  <c:v>11.8</c:v>
                </c:pt>
                <c:pt idx="2">
                  <c:v>12.7</c:v>
                </c:pt>
                <c:pt idx="3">
                  <c:v>12.4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Aufwand</c:v>
                </c:pt>
              </c:strCache>
            </c:strRef>
          </c:tx>
          <c:spPr>
            <a:solidFill>
              <a:srgbClr val="EBB565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Sheet1!$A$2:$A$5</c:f>
              <c:multiLvlStrCache>
                <c:ptCount val="4"/>
                <c:lvl>
                  <c:pt idx="0">
                    <c:v>2023</c:v>
                  </c:pt>
                  <c:pt idx="1">
                    <c:v>2024</c:v>
                  </c:pt>
                  <c:pt idx="2">
                    <c:v>2025</c:v>
                  </c:pt>
                  <c:pt idx="3">
                    <c:v>2026</c:v>
                  </c:pt>
                </c:lvl>
              </c:multiLvlStrCache>
            </c:multiLvlStrRef>
          </c:cat>
          <c:val>
            <c:numRef>
              <c:f>Sheet1!$C$2:$C$5</c:f>
              <c:numCache>
                <c:formatCode>General</c:formatCode>
                <c:ptCount val="4"/>
                <c:pt idx="0">
                  <c:v>10.9</c:v>
                </c:pt>
                <c:pt idx="1">
                  <c:v>11.5</c:v>
                </c:pt>
                <c:pt idx="2">
                  <c:v>12.1</c:v>
                </c:pt>
                <c:pt idx="3">
                  <c:v>12.6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gapWidth val="8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300" b="0" i="0" u="none" strike="noStrike">
                <a:solidFill>
                  <a:srgbClr val="6B7480"/>
                </a:solidFill>
                <a:latin typeface="Goetheanum Schrift Klar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E6EBF0"/>
              </a:solidFill>
              <a:prstDash val="solid"/>
              <a:round/>
            </a:ln>
          </c:spPr>
        </c:majorGridlines>
        <c:numFmt formatCode="0.0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300" b="0" i="0" u="none" strike="noStrike">
                <a:solidFill>
                  <a:srgbClr val="6B7480"/>
                </a:solidFill>
                <a:latin typeface="Goetheanum Schrift Klar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300">
              <a:solidFill>
                <a:srgbClr val="6B7480"/>
              </a:solidFill>
              <a:latin typeface="Goetheanum Schrift Klar"/>
              <a:cs typeface="Goetheanum Schrift Klar"/>
            </a:defRPr>
          </a:pPr>
          <a:endParaRPr lang="en-US"/>
        </a:p>
      </c:txPr>
    </c:legend>
    <c:plotVisOnly val="1"/>
    <c:dispBlanksAs val="span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notesMasters/_rels/notesMaster1.xml.rels><?xml version="1.0" encoding="UTF-8"?>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?>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"1.0" encoding="UTF-8"?>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"1.0" encoding="UTF-8"?>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"1.0" encoding="UTF-8"?>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"1.0" encoding="UTF-8"?>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"1.0" encoding="UTF-8"?>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"1.0" encoding="UTF-8"?>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"1.0" encoding="UTF-8"?>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"1.0" encoding="UTF-8"?>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"1.0" encoding="UTF-8"?>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"1.0" encoding="UTF-8"?>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"1.0" encoding="UTF-8"?>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"1.0" encoding="UTF-8"?>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"1.0" encoding="UTF-8"?>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"1.0" encoding="UTF-8"?>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?><Relationships xmlns="http://schemas.openxmlformats.org/package/2006/relationships"><Relationship Id="rId1" Type="http://schemas.openxmlformats.org/officeDocument/2006/relationships/image" Target="../media/image-1002-1.png"/><Relationship Id="rId2" Type="http://schemas.openxmlformats.org/officeDocument/2006/relationships/slideMaster" Target="../slideMasters/slideMaster1.xml"/></Relationships>
</file>

<file path=ppt/slideLayouts/_rels/slideLayout3.xml.rels><?xml version="1.0" encoding="UTF-8"?><Relationships xmlns="http://schemas.openxmlformats.org/package/2006/relationships"><Relationship Id="rId1" Type="http://schemas.openxmlformats.org/officeDocument/2006/relationships/image" Target="../media/image-1003-1.png"/><Relationship Id="rId2" Type="http://schemas.openxmlformats.org/officeDocument/2006/relationships/slideMaster" Target="../slideMasters/slideMaster1.xml"/></Relationships>
</file>

<file path=ppt/slideLayouts/_rels/slideLayout4.xml.rels><?xml version="1.0" encoding="UTF-8"?><Relationships xmlns="http://schemas.openxmlformats.org/package/2006/relationships"><Relationship Id="rId1" Type="http://schemas.openxmlformats.org/officeDocument/2006/relationships/image" Target="../media/image-1004-1.png"/><Relationship Id="rId2" Type="http://schemas.openxmlformats.org/officeDocument/2006/relationships/slideMaster" Target="../slideMasters/slideMaster1.xml"/></Relationships>
</file>

<file path=ppt/slideLayouts/_rels/slideLayout5.xml.rels><?xml version="1.0" encoding="UTF-8"?><Relationships xmlns="http://schemas.openxmlformats.org/package/2006/relationships"><Relationship Id="rId1" Type="http://schemas.openxmlformats.org/officeDocument/2006/relationships/image" Target="../media/image-1005-1.png"/><Relationship Id="rId2" Type="http://schemas.openxmlformats.org/officeDocument/2006/relationships/slideMaster" Target="../slideMasters/slideMaster1.xml"/></Relationships>
</file>

<file path=ppt/slideLayouts/_rels/slideLayout6.xml.rels><?xml version="1.0" encoding="UTF-8"?><Relationships xmlns="http://schemas.openxmlformats.org/package/2006/relationships"><Relationship Id="rId1" Type="http://schemas.openxmlformats.org/officeDocument/2006/relationships/image" Target="../media/image-1006-1.png"/><Relationship Id="rId2" Type="http://schemas.openxmlformats.org/officeDocument/2006/relationships/slideMaster" Target="../slideMasters/slideMaster1.xml"/></Relationships>
</file>

<file path=ppt/slideLayouts/_rels/slideLayout7.xml.rels><?xml version="1.0" encoding="UTF-8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?><Relationships xmlns="http://schemas.openxmlformats.org/package/2006/relationships"><Relationship Id="rId1" Type="http://schemas.openxmlformats.org/officeDocument/2006/relationships/image" Target="../media/image-1008-1.png"/><Relationship Id="rId2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GOE Titel (blau)">
    <p:bg>
      <p:bgPr>
        <a:solidFill>
          <a:srgbClr val="005EB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Logo Goetheanum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466344"/>
            <a:ext cx="1850284" cy="310896"/>
          </a:xfrm>
          <a:prstGeom prst="rect">
            <a:avLst/>
          </a:prstGeom>
        </p:spPr>
      </p:pic>
      <p:sp>
        <p:nvSpPr>
          <p:cNvPr id="3" name="Text 0"/>
          <p:cNvSpPr/>
          <p:nvPr>
            <p:ph idx="101" type="title" hasCustomPrompt="1"/>
          </p:nvPr>
        </p:nvSpPr>
        <p:spPr>
          <a:xfrm>
            <a:off x="2002536" y="2487168"/>
            <a:ext cx="7680960" cy="128016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5000" dirty="0">
                <a:solidFill>
                  <a:srgbClr val="FFFFFF"/>
                </a:solidFill>
                <a:latin typeface="Goetheanum Schrift Klar" pitchFamily="34" charset="0"/>
                <a:ea typeface="Goetheanum Schrift Klar" pitchFamily="34" charset="-122"/>
                <a:cs typeface="Goetheanum Schrift Klar" pitchFamily="34" charset="-120"/>
              </a:defRPr>
            </a:lvl1pPr>
          </a:lstStyle>
          <a:p>
            <a:pPr indent="0" marL="0">
              <a:buNone/>
            </a:pPr>
            <a:r>
              <a:rPr lang="en-US" sz="5000" dirty="0">
                <a:solidFill>
                  <a:srgbClr val="FFFFFF"/>
                </a:solidFill>
                <a:latin typeface="Goetheanum Schrift Klar" pitchFamily="34" charset="0"/>
                <a:ea typeface="Goetheanum Schrift Klar" pitchFamily="34" charset="-122"/>
                <a:cs typeface="Goetheanum Schrift Klar" pitchFamily="34" charset="-120"/>
              </a:rPr>
              <a:t>Titel der Präsentation</a:t>
            </a:r>
            <a:endParaRPr lang="en-US" sz="5000" dirty="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2002536" y="3712464"/>
            <a:ext cx="7680960" cy="54864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2600" dirty="0">
                <a:solidFill>
                  <a:srgbClr val="BFD7F0"/>
                </a:solidFill>
                <a:latin typeface="Goetheanum Schrift Leise" pitchFamily="34" charset="0"/>
                <a:ea typeface="Goetheanum Schrift Leise" pitchFamily="34" charset="-122"/>
                <a:cs typeface="Goetheanum Schrift Leise" pitchFamily="34" charset="-120"/>
              </a:defRPr>
            </a:lvl1pPr>
          </a:lstStyle>
          <a:p>
            <a:pPr indent="0" marL="0">
              <a:buNone/>
            </a:pPr>
            <a:r>
              <a:rPr lang="en-US" sz="2600" dirty="0">
                <a:solidFill>
                  <a:srgbClr val="BFD7F0"/>
                </a:solidFill>
                <a:latin typeface="Goetheanum Schrift Leise" pitchFamily="34" charset="0"/>
                <a:ea typeface="Goetheanum Schrift Leise" pitchFamily="34" charset="-122"/>
                <a:cs typeface="Goetheanum Schrift Leise" pitchFamily="34" charset="-120"/>
              </a:rPr>
              <a:t>Untertitel oder Anlass in einem Satz</a:t>
            </a:r>
            <a:endParaRPr lang="en-US" sz="2600" dirty="0"/>
          </a:p>
        </p:txBody>
      </p:sp>
      <p:sp>
        <p:nvSpPr>
          <p:cNvPr id="5" name="Text 0"/>
          <p:cNvSpPr/>
          <p:nvPr>
            <p:ph idx="103" type="body" hasCustomPrompt="1"/>
          </p:nvPr>
        </p:nvSpPr>
        <p:spPr>
          <a:xfrm>
            <a:off x="548640" y="6675120"/>
            <a:ext cx="9592056" cy="32004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r" indent="0" marL="0">
              <a:buNone/>
              <a:defRPr lang="en-US" sz="1300" dirty="0">
                <a:solidFill>
                  <a:srgbClr val="9CC3EC"/>
                </a:solidFill>
                <a:latin typeface="Goetheanum Schrift Klar" pitchFamily="34" charset="0"/>
                <a:ea typeface="Goetheanum Schrift Klar" pitchFamily="34" charset="-122"/>
                <a:cs typeface="Goetheanum Schrift Klar" pitchFamily="34" charset="-120"/>
              </a:defRPr>
            </a:lvl1pPr>
          </a:lstStyle>
          <a:p>
            <a:pPr algn="r" indent="0" marL="0">
              <a:buNone/>
            </a:pPr>
            <a:r>
              <a:rPr lang="en-US" sz="1300" dirty="0">
                <a:solidFill>
                  <a:srgbClr val="9CC3EC"/>
                </a:solidFill>
                <a:latin typeface="Goetheanum Schrift Klar" pitchFamily="34" charset="0"/>
                <a:ea typeface="Goetheanum Schrift Klar" pitchFamily="34" charset="-122"/>
                <a:cs typeface="Goetheanum Schrift Klar" pitchFamily="34" charset="-120"/>
              </a:rPr>
              <a:t>Vorname Name · Bereich · 00.00.2026</a:t>
            </a:r>
            <a:endParaRPr lang="en-US" sz="1300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GOE Trenner (blau)">
    <p:bg>
      <p:bgPr>
        <a:solidFill>
          <a:srgbClr val="005EB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Logo Goetheanum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502920"/>
            <a:ext cx="1088402" cy="18288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4654296" y="6995160"/>
            <a:ext cx="504748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CC3EC"/>
                </a:solidFill>
                <a:latin typeface="Goetheanum Schrift Klar" pitchFamily="34" charset="0"/>
                <a:ea typeface="Goetheanum Schrift Klar" pitchFamily="34" charset="-122"/>
                <a:cs typeface="Goetheanum Schrift Klar" pitchFamily="34" charset="-120"/>
              </a:rPr>
              <a:t>Titel der Präsentation · 00.00.2026 ·</a:t>
            </a:r>
            <a:endParaRPr lang="en-US" sz="900" dirty="0"/>
          </a:p>
        </p:txBody>
      </p:sp>
      <p:sp>
        <p:nvSpPr>
          <p:cNvPr id="4" name="Text 1"/>
          <p:cNvSpPr/>
          <p:nvPr>
            <p:ph idx="102" type="body" hasCustomPrompt="1"/>
          </p:nvPr>
        </p:nvSpPr>
        <p:spPr>
          <a:xfrm>
            <a:off x="3081528" y="1828800"/>
            <a:ext cx="2743200" cy="146304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5000" dirty="0">
                <a:solidFill>
                  <a:srgbClr val="4D90D6"/>
                </a:solidFill>
                <a:latin typeface="Goetheanum Schrift Leise" pitchFamily="34" charset="0"/>
                <a:ea typeface="Goetheanum Schrift Leise" pitchFamily="34" charset="-122"/>
                <a:cs typeface="Goetheanum Schrift Leise" pitchFamily="34" charset="-120"/>
              </a:defRPr>
            </a:lvl1pPr>
          </a:lstStyle>
          <a:p>
            <a:pPr indent="0" marL="0">
              <a:buNone/>
            </a:pPr>
            <a:r>
              <a:rPr lang="en-US" sz="5000" dirty="0">
                <a:solidFill>
                  <a:srgbClr val="4D90D6"/>
                </a:solidFill>
                <a:latin typeface="Goetheanum Schrift Leise" pitchFamily="34" charset="0"/>
                <a:ea typeface="Goetheanum Schrift Leise" pitchFamily="34" charset="-122"/>
                <a:cs typeface="Goetheanum Schrift Leise" pitchFamily="34" charset="-120"/>
              </a:rPr>
              <a:t>01</a:t>
            </a:r>
            <a:endParaRPr lang="en-US" sz="5000" dirty="0"/>
          </a:p>
        </p:txBody>
      </p:sp>
      <p:sp>
        <p:nvSpPr>
          <p:cNvPr id="5" name="Text 1"/>
          <p:cNvSpPr/>
          <p:nvPr>
            <p:ph idx="103" type="title" hasCustomPrompt="1"/>
          </p:nvPr>
        </p:nvSpPr>
        <p:spPr>
          <a:xfrm>
            <a:off x="3081528" y="3383280"/>
            <a:ext cx="7059168" cy="64008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2600" dirty="0">
                <a:solidFill>
                  <a:srgbClr val="FFFFFF"/>
                </a:solidFill>
                <a:latin typeface="Goetheanum Schrift Deutlich" pitchFamily="34" charset="0"/>
                <a:ea typeface="Goetheanum Schrift Deutlich" pitchFamily="34" charset="-122"/>
                <a:cs typeface="Goetheanum Schrift Deutlich" pitchFamily="34" charset="-120"/>
              </a:defRPr>
            </a:lvl1pPr>
          </a:lstStyle>
          <a:p>
            <a:pPr indent="0" marL="0">
              <a:buNone/>
            </a:pPr>
            <a:r>
              <a:rPr lang="en-US" sz="2600" dirty="0">
                <a:solidFill>
                  <a:srgbClr val="FFFFFF"/>
                </a:solidFill>
                <a:latin typeface="Goetheanum Schrift Deutlich" pitchFamily="34" charset="0"/>
                <a:ea typeface="Goetheanum Schrift Deutlich" pitchFamily="34" charset="-122"/>
                <a:cs typeface="Goetheanum Schrift Deutlich" pitchFamily="34" charset="-120"/>
              </a:rPr>
              <a:t>Titel des Kapitels</a:t>
            </a:r>
            <a:endParaRPr lang="en-US" sz="2600" dirty="0"/>
          </a:p>
        </p:txBody>
      </p:sp>
      <p:sp>
        <p:nvSpPr>
          <p:cNvPr id="6" name="Text 1"/>
          <p:cNvSpPr/>
          <p:nvPr>
            <p:ph idx="104" type="body" hasCustomPrompt="1"/>
          </p:nvPr>
        </p:nvSpPr>
        <p:spPr>
          <a:xfrm>
            <a:off x="3081528" y="4114800"/>
            <a:ext cx="6400800" cy="41148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1800" dirty="0">
                <a:solidFill>
                  <a:srgbClr val="BFD7F0"/>
                </a:solidFill>
                <a:latin typeface="Goetheanum Schrift Leise" pitchFamily="34" charset="0"/>
                <a:ea typeface="Goetheanum Schrift Leise" pitchFamily="34" charset="-122"/>
                <a:cs typeface="Goetheanum Schrift Leise" pitchFamily="34" charset="-120"/>
              </a:defRPr>
            </a:lvl1pPr>
          </a:lstStyle>
          <a:p>
            <a:pPr indent="0" marL="0">
              <a:buNone/>
            </a:pPr>
            <a:r>
              <a:rPr lang="en-US" sz="1800" dirty="0">
                <a:solidFill>
                  <a:srgbClr val="BFD7F0"/>
                </a:solidFill>
                <a:latin typeface="Goetheanum Schrift Leise" pitchFamily="34" charset="0"/>
                <a:ea typeface="Goetheanum Schrift Leise" pitchFamily="34" charset="-122"/>
                <a:cs typeface="Goetheanum Schrift Leise" pitchFamily="34" charset="-120"/>
              </a:rPr>
              <a:t>Ein Satz, der das Kapitel öffnet.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9747504" y="6995160"/>
            <a:ext cx="393192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anchor="ctr"/>
          <a:lstStyle>
            <a:lvl1pPr>
              <a:defRPr sz="900">
                <a:solidFill>
                  <a:srgbClr val="9CC3EC"/>
                </a:solidFill>
                <a:latin typeface="Goetheanum Schrift Klar"/>
                <a:ea typeface="Goetheanum Schrift Klar"/>
                <a:cs typeface="Goetheanum Schrift Klar"/>
              </a:defRPr>
            </a:lvl1pPr>
          </a:lstStyle>
          <a:p>
            <a:pPr algn="l"/>
            <a:fld id="{F7021451-1387-4CA6-816F-3879F97B5CBC}" type="slidenum">
              <a:rPr b="0" lang="en-US"/>
              <a:t>1003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GOE Inhal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Logo Goetheanum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502920"/>
            <a:ext cx="1088402" cy="18288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4654296" y="6995160"/>
            <a:ext cx="504748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480"/>
                </a:solidFill>
                <a:latin typeface="Goetheanum Schrift Klar" pitchFamily="34" charset="0"/>
                <a:ea typeface="Goetheanum Schrift Klar" pitchFamily="34" charset="-122"/>
                <a:cs typeface="Goetheanum Schrift Klar" pitchFamily="34" charset="-120"/>
              </a:rPr>
              <a:t>Titel der Präsentation · 00.00.2026 ·</a:t>
            </a:r>
            <a:endParaRPr lang="en-US" sz="900" dirty="0"/>
          </a:p>
        </p:txBody>
      </p:sp>
      <p:sp>
        <p:nvSpPr>
          <p:cNvPr id="4" name="Text 1"/>
          <p:cNvSpPr/>
          <p:nvPr>
            <p:ph idx="102" type="body" hasCustomPrompt="1"/>
          </p:nvPr>
        </p:nvSpPr>
        <p:spPr>
          <a:xfrm>
            <a:off x="548640" y="1143000"/>
            <a:ext cx="4572000" cy="27432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1300" dirty="0">
                <a:solidFill>
                  <a:srgbClr val="005EB8"/>
                </a:solidFill>
                <a:latin typeface="Goetheanum Schrift Klar" pitchFamily="34" charset="0"/>
                <a:ea typeface="Goetheanum Schrift Klar" pitchFamily="34" charset="-122"/>
                <a:cs typeface="Goetheanum Schrift Klar" pitchFamily="34" charset="-120"/>
              </a:defRPr>
            </a:lvl1pPr>
          </a:lstStyle>
          <a:p>
            <a:pPr indent="0" marL="0">
              <a:buNone/>
            </a:pPr>
            <a:r>
              <a:rPr lang="en-US" sz="1300" dirty="0">
                <a:solidFill>
                  <a:srgbClr val="005EB8"/>
                </a:solidFill>
                <a:latin typeface="Goetheanum Schrift Klar" pitchFamily="34" charset="0"/>
                <a:ea typeface="Goetheanum Schrift Klar" pitchFamily="34" charset="-122"/>
                <a:cs typeface="Goetheanum Schrift Klar" pitchFamily="34" charset="-120"/>
              </a:rPr>
              <a:t>Kapitel</a:t>
            </a:r>
            <a:endParaRPr lang="en-US" sz="1300" dirty="0"/>
          </a:p>
        </p:txBody>
      </p:sp>
      <p:sp>
        <p:nvSpPr>
          <p:cNvPr id="5" name="Text 1"/>
          <p:cNvSpPr/>
          <p:nvPr>
            <p:ph idx="103" type="title" hasCustomPrompt="1"/>
          </p:nvPr>
        </p:nvSpPr>
        <p:spPr>
          <a:xfrm>
            <a:off x="548640" y="1463040"/>
            <a:ext cx="9592056" cy="59436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2600" dirty="0">
                <a:solidFill>
                  <a:srgbClr val="1A1A1A"/>
                </a:solidFill>
                <a:latin typeface="Goetheanum Schrift Deutlich" pitchFamily="34" charset="0"/>
                <a:ea typeface="Goetheanum Schrift Deutlich" pitchFamily="34" charset="-122"/>
                <a:cs typeface="Goetheanum Schrift Deutlich" pitchFamily="34" charset="-120"/>
              </a:defRPr>
            </a:lvl1pPr>
          </a:lstStyle>
          <a:p>
            <a:pPr indent="0" marL="0">
              <a:buNone/>
            </a:pPr>
            <a:r>
              <a:rPr lang="en-US" sz="2600" dirty="0">
                <a:solidFill>
                  <a:srgbClr val="1A1A1A"/>
                </a:solidFill>
                <a:latin typeface="Goetheanum Schrift Deutlich" pitchFamily="34" charset="0"/>
                <a:ea typeface="Goetheanum Schrift Deutlich" pitchFamily="34" charset="-122"/>
                <a:cs typeface="Goetheanum Schrift Deutlich" pitchFamily="34" charset="-120"/>
              </a:rPr>
              <a:t>Folientitel</a:t>
            </a:r>
            <a:endParaRPr lang="en-US" sz="2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9747504" y="6995160"/>
            <a:ext cx="393192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anchor="ctr"/>
          <a:lstStyle>
            <a:lvl1pPr>
              <a:defRPr sz="900">
                <a:solidFill>
                  <a:srgbClr val="6B7480"/>
                </a:solidFill>
                <a:latin typeface="Goetheanum Schrift Klar"/>
                <a:ea typeface="Goetheanum Schrift Klar"/>
                <a:cs typeface="Goetheanum Schrift Klar"/>
              </a:defRPr>
            </a:lvl1pPr>
          </a:lstStyle>
          <a:p>
            <a:pPr algn="l"/>
            <a:fld id="{F7021451-1387-4CA6-816F-3879F97B5CBC}" type="slidenum">
              <a:rPr b="0" lang="en-US"/>
              <a:t>1004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GOE Inhalt eingerück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Logo Goetheanum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502920"/>
            <a:ext cx="1088402" cy="18288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4654296" y="6995160"/>
            <a:ext cx="504748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480"/>
                </a:solidFill>
                <a:latin typeface="Goetheanum Schrift Klar" pitchFamily="34" charset="0"/>
                <a:ea typeface="Goetheanum Schrift Klar" pitchFamily="34" charset="-122"/>
                <a:cs typeface="Goetheanum Schrift Klar" pitchFamily="34" charset="-120"/>
              </a:rPr>
              <a:t>Titel der Präsentation · 00.00.2026 ·</a:t>
            </a:r>
            <a:endParaRPr lang="en-US" sz="900" dirty="0"/>
          </a:p>
        </p:txBody>
      </p:sp>
      <p:sp>
        <p:nvSpPr>
          <p:cNvPr id="4" name="Text 1"/>
          <p:cNvSpPr/>
          <p:nvPr>
            <p:ph idx="102" type="body" hasCustomPrompt="1"/>
          </p:nvPr>
        </p:nvSpPr>
        <p:spPr>
          <a:xfrm>
            <a:off x="2560320" y="1143000"/>
            <a:ext cx="4572000" cy="27432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1300" dirty="0">
                <a:solidFill>
                  <a:srgbClr val="005EB8"/>
                </a:solidFill>
                <a:latin typeface="Goetheanum Schrift Klar" pitchFamily="34" charset="0"/>
                <a:ea typeface="Goetheanum Schrift Klar" pitchFamily="34" charset="-122"/>
                <a:cs typeface="Goetheanum Schrift Klar" pitchFamily="34" charset="-120"/>
              </a:defRPr>
            </a:lvl1pPr>
          </a:lstStyle>
          <a:p>
            <a:pPr indent="0" marL="0">
              <a:buNone/>
            </a:pPr>
            <a:r>
              <a:rPr lang="en-US" sz="1300" dirty="0">
                <a:solidFill>
                  <a:srgbClr val="005EB8"/>
                </a:solidFill>
                <a:latin typeface="Goetheanum Schrift Klar" pitchFamily="34" charset="0"/>
                <a:ea typeface="Goetheanum Schrift Klar" pitchFamily="34" charset="-122"/>
                <a:cs typeface="Goetheanum Schrift Klar" pitchFamily="34" charset="-120"/>
              </a:rPr>
              <a:t>Kapitel</a:t>
            </a:r>
            <a:endParaRPr lang="en-US" sz="1300" dirty="0"/>
          </a:p>
        </p:txBody>
      </p:sp>
      <p:sp>
        <p:nvSpPr>
          <p:cNvPr id="5" name="Text 1"/>
          <p:cNvSpPr/>
          <p:nvPr>
            <p:ph idx="103" type="title" hasCustomPrompt="1"/>
          </p:nvPr>
        </p:nvSpPr>
        <p:spPr>
          <a:xfrm>
            <a:off x="2560320" y="1463040"/>
            <a:ext cx="7580376" cy="59436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2600" dirty="0">
                <a:solidFill>
                  <a:srgbClr val="1A1A1A"/>
                </a:solidFill>
                <a:latin typeface="Goetheanum Schrift Deutlich" pitchFamily="34" charset="0"/>
                <a:ea typeface="Goetheanum Schrift Deutlich" pitchFamily="34" charset="-122"/>
                <a:cs typeface="Goetheanum Schrift Deutlich" pitchFamily="34" charset="-120"/>
              </a:defRPr>
            </a:lvl1pPr>
          </a:lstStyle>
          <a:p>
            <a:pPr indent="0" marL="0">
              <a:buNone/>
            </a:pPr>
            <a:r>
              <a:rPr lang="en-US" sz="2600" dirty="0">
                <a:solidFill>
                  <a:srgbClr val="1A1A1A"/>
                </a:solidFill>
                <a:latin typeface="Goetheanum Schrift Deutlich" pitchFamily="34" charset="0"/>
                <a:ea typeface="Goetheanum Schrift Deutlich" pitchFamily="34" charset="-122"/>
                <a:cs typeface="Goetheanum Schrift Deutlich" pitchFamily="34" charset="-120"/>
              </a:rPr>
              <a:t>Folientitel</a:t>
            </a:r>
            <a:endParaRPr lang="en-US" sz="2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9747504" y="6995160"/>
            <a:ext cx="393192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anchor="ctr"/>
          <a:lstStyle>
            <a:lvl1pPr>
              <a:defRPr sz="900">
                <a:solidFill>
                  <a:srgbClr val="6B7480"/>
                </a:solidFill>
                <a:latin typeface="Goetheanum Schrift Klar"/>
                <a:ea typeface="Goetheanum Schrift Klar"/>
                <a:cs typeface="Goetheanum Schrift Klar"/>
              </a:defRPr>
            </a:lvl1pPr>
          </a:lstStyle>
          <a:p>
            <a:pPr algn="l"/>
            <a:fld id="{F7021451-1387-4CA6-816F-3879F97B5CBC}" type="slidenum">
              <a:rPr b="0" lang="en-US"/>
              <a:t>1005</a:t>
            </a:fld>
            <a:endParaRPr 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GOE Basis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Logo Goetheanum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502920"/>
            <a:ext cx="1088402" cy="18288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4654296" y="6995160"/>
            <a:ext cx="504748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480"/>
                </a:solidFill>
                <a:latin typeface="Goetheanum Schrift Klar" pitchFamily="34" charset="0"/>
                <a:ea typeface="Goetheanum Schrift Klar" pitchFamily="34" charset="-122"/>
                <a:cs typeface="Goetheanum Schrift Klar" pitchFamily="34" charset="-120"/>
              </a:rPr>
              <a:t>Titel der Präsentation · 00.00.2026 ·</a:t>
            </a:r>
            <a:endParaRPr lang="en-US" sz="9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9747504" y="6995160"/>
            <a:ext cx="393192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anchor="ctr"/>
          <a:lstStyle>
            <a:lvl1pPr>
              <a:defRPr sz="900">
                <a:solidFill>
                  <a:srgbClr val="6B7480"/>
                </a:solidFill>
                <a:latin typeface="Goetheanum Schrift Klar"/>
                <a:ea typeface="Goetheanum Schrift Klar"/>
                <a:cs typeface="Goetheanum Schrift Klar"/>
              </a:defRPr>
            </a:lvl1pPr>
          </a:lstStyle>
          <a:p>
            <a:pPr algn="l"/>
            <a:fld id="{F7021451-1387-4CA6-816F-3879F97B5CBC}" type="slidenum">
              <a:rPr b="0" lang="en-US"/>
              <a:t>1006</a:t>
            </a:fld>
            <a:endParaRPr 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GOE Bild ganzseitig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hasCustomPrompt="1"/>
          </p:nvPr>
        </p:nvSpPr>
        <p:spPr>
          <a:xfrm>
            <a:off x="0" y="0"/>
            <a:ext cx="10689336" cy="7562088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dirty="0"/>
            </a:lvl1pPr>
          </a:lstStyle>
          <a:p>
            <a:pPr indent="0" marL="0">
              <a:buNone/>
            </a:pPr>
            <a:r>
              <a:rPr lang="en-US" dirty="0">
                <a:solidFill>
                  <a:srgbClr val="000000"/>
                </a:solidFill>
              </a:rPr>
              <a:t>Bild einfügen</a:t>
            </a:r>
            <a:endParaRPr lang="en-US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548640" y="6995160"/>
            <a:ext cx="4572000" cy="27432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900" dirty="0">
                <a:solidFill>
                  <a:srgbClr val="FFFFFF"/>
                </a:solidFill>
                <a:latin typeface="Goetheanum Schrift Klar" pitchFamily="34" charset="0"/>
                <a:ea typeface="Goetheanum Schrift Klar" pitchFamily="34" charset="-122"/>
                <a:cs typeface="Goetheanum Schrift Klar" pitchFamily="34" charset="-120"/>
              </a:defRPr>
            </a:lvl1pPr>
          </a:lstStyle>
          <a:p>
            <a:pPr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Goetheanum Schrift Klar" pitchFamily="34" charset="0"/>
                <a:ea typeface="Goetheanum Schrift Klar" pitchFamily="34" charset="-122"/>
                <a:cs typeface="Goetheanum Schrift Klar" pitchFamily="34" charset="-120"/>
              </a:rPr>
              <a:t>Bildlegende: Ort, Anlass, Fotografie</a:t>
            </a:r>
            <a:endParaRPr lang="en-US" sz="900" dirty="0"/>
          </a:p>
        </p:txBody>
      </p:sp>
      <p:sp>
        <p:nvSpPr>
          <p:cNvPr id="4" name="Text 0"/>
          <p:cNvSpPr/>
          <p:nvPr/>
        </p:nvSpPr>
        <p:spPr>
          <a:xfrm>
            <a:off x="4654296" y="6995160"/>
            <a:ext cx="504748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Goetheanum Schrift Klar" pitchFamily="34" charset="0"/>
                <a:ea typeface="Goetheanum Schrift Klar" pitchFamily="34" charset="-122"/>
                <a:cs typeface="Goetheanum Schrift Klar" pitchFamily="34" charset="-120"/>
              </a:rPr>
              <a:t>Titel der Präsentation · 00.00.2026 ·</a:t>
            </a:r>
            <a:endParaRPr lang="en-US" sz="9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9747504" y="6995160"/>
            <a:ext cx="393192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anchor="ctr"/>
          <a:lstStyle>
            <a:lvl1pPr>
              <a:defRPr sz="900">
                <a:solidFill>
                  <a:srgbClr val="FFFFFF"/>
                </a:solidFill>
                <a:latin typeface="Goetheanum Schrift Klar"/>
                <a:ea typeface="Goetheanum Schrift Klar"/>
                <a:cs typeface="Goetheanum Schrift Klar"/>
              </a:defRPr>
            </a:lvl1pPr>
          </a:lstStyle>
          <a:p>
            <a:pPr algn="l"/>
            <a:fld id="{F7021451-1387-4CA6-816F-3879F97B5CBC}" type="slidenum">
              <a:rPr b="0" lang="en-US"/>
              <a:t>1007</a:t>
            </a:fld>
            <a:endParaRPr 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GOE Bild und Tex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Logo Goetheanum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502920"/>
            <a:ext cx="1088402" cy="182880"/>
          </a:xfrm>
          <a:prstGeom prst="rect">
            <a:avLst/>
          </a:prstGeom>
        </p:spPr>
      </p:pic>
      <p:sp>
        <p:nvSpPr>
          <p:cNvPr id="3" name="Text 0"/>
          <p:cNvSpPr/>
          <p:nvPr>
            <p:ph idx="101" hasCustomPrompt="1"/>
          </p:nvPr>
        </p:nvSpPr>
        <p:spPr>
          <a:xfrm>
            <a:off x="5669280" y="0"/>
            <a:ext cx="5020056" cy="7562088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dirty="0"/>
            </a:lvl1pPr>
          </a:lstStyle>
          <a:p>
            <a:pPr indent="0" marL="0">
              <a:buNone/>
            </a:pPr>
            <a:r>
              <a:rPr lang="en-US" dirty="0">
                <a:solidFill>
                  <a:srgbClr val="000000"/>
                </a:solidFill>
              </a:rPr>
              <a:t>Bild einfügen</a:t>
            </a:r>
            <a:endParaRPr lang="en-US" dirty="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548640" y="1143000"/>
            <a:ext cx="3657600" cy="27432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1300" dirty="0">
                <a:solidFill>
                  <a:srgbClr val="005EB8"/>
                </a:solidFill>
                <a:latin typeface="Goetheanum Schrift Klar" pitchFamily="34" charset="0"/>
                <a:ea typeface="Goetheanum Schrift Klar" pitchFamily="34" charset="-122"/>
                <a:cs typeface="Goetheanum Schrift Klar" pitchFamily="34" charset="-120"/>
              </a:defRPr>
            </a:lvl1pPr>
          </a:lstStyle>
          <a:p>
            <a:pPr indent="0" marL="0">
              <a:buNone/>
            </a:pPr>
            <a:r>
              <a:rPr lang="en-US" sz="1300" dirty="0">
                <a:solidFill>
                  <a:srgbClr val="005EB8"/>
                </a:solidFill>
                <a:latin typeface="Goetheanum Schrift Klar" pitchFamily="34" charset="0"/>
                <a:ea typeface="Goetheanum Schrift Klar" pitchFamily="34" charset="-122"/>
                <a:cs typeface="Goetheanum Schrift Klar" pitchFamily="34" charset="-120"/>
              </a:rPr>
              <a:t>Kapitel</a:t>
            </a:r>
            <a:endParaRPr lang="en-US" sz="1300" dirty="0"/>
          </a:p>
        </p:txBody>
      </p:sp>
      <p:sp>
        <p:nvSpPr>
          <p:cNvPr id="5" name="Text 0"/>
          <p:cNvSpPr/>
          <p:nvPr>
            <p:ph idx="103" type="title" hasCustomPrompt="1"/>
          </p:nvPr>
        </p:nvSpPr>
        <p:spPr>
          <a:xfrm>
            <a:off x="548640" y="1463040"/>
            <a:ext cx="4754880" cy="109728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lnSpc>
                <a:spcPct val="105000"/>
              </a:lnSpc>
              <a:buNone/>
              <a:defRPr lang="en-US" sz="2600" dirty="0">
                <a:solidFill>
                  <a:srgbClr val="1A1A1A"/>
                </a:solidFill>
                <a:latin typeface="Goetheanum Schrift Deutlich" pitchFamily="34" charset="0"/>
                <a:ea typeface="Goetheanum Schrift Deutlich" pitchFamily="34" charset="-122"/>
                <a:cs typeface="Goetheanum Schrift Deutlich" pitchFamily="34" charset="-120"/>
              </a:defRPr>
            </a:lvl1pPr>
          </a:lstStyle>
          <a:p>
            <a:pPr indent="0" marL="0">
              <a:lnSpc>
                <a:spcPct val="105000"/>
              </a:lnSpc>
              <a:buNone/>
            </a:pPr>
            <a:r>
              <a:rPr lang="en-US" sz="2600" dirty="0">
                <a:solidFill>
                  <a:srgbClr val="1A1A1A"/>
                </a:solidFill>
                <a:latin typeface="Goetheanum Schrift Deutlich" pitchFamily="34" charset="0"/>
                <a:ea typeface="Goetheanum Schrift Deutlich" pitchFamily="34" charset="-122"/>
                <a:cs typeface="Goetheanum Schrift Deutlich" pitchFamily="34" charset="-120"/>
              </a:rPr>
              <a:t>Bild und Text</a:t>
            </a:r>
            <a:endParaRPr lang="en-US" sz="2600" dirty="0"/>
          </a:p>
        </p:txBody>
      </p:sp>
      <p:sp>
        <p:nvSpPr>
          <p:cNvPr id="6" name="Text 0"/>
          <p:cNvSpPr/>
          <p:nvPr>
            <p:ph idx="104" type="body" hasCustomPrompt="1"/>
          </p:nvPr>
        </p:nvSpPr>
        <p:spPr>
          <a:xfrm>
            <a:off x="548640" y="2834640"/>
            <a:ext cx="4480560" cy="320040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lnSpc>
                <a:spcPct val="130000"/>
              </a:lnSpc>
              <a:buNone/>
              <a:defRPr lang="en-US" sz="1300" dirty="0">
                <a:solidFill>
                  <a:srgbClr val="1A1A1A"/>
                </a:solidFill>
                <a:latin typeface="Goetheanum Schrift Klar" pitchFamily="34" charset="0"/>
                <a:ea typeface="Goetheanum Schrift Klar" pitchFamily="34" charset="-122"/>
                <a:cs typeface="Goetheanum Schrift Klar" pitchFamily="34" charset="-120"/>
              </a:defRPr>
            </a:lvl1pPr>
          </a:lstStyle>
          <a:p>
            <a:pPr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1A1A1A"/>
                </a:solidFill>
                <a:latin typeface="Goetheanum Schrift Klar" pitchFamily="34" charset="0"/>
                <a:ea typeface="Goetheanum Schrift Klar" pitchFamily="34" charset="-122"/>
                <a:cs typeface="Goetheanum Schrift Klar" pitchFamily="34" charset="-120"/>
              </a:rPr>
              <a:t>Text zur Bildseite</a:t>
            </a:r>
            <a:endParaRPr lang="en-US" sz="1300" dirty="0"/>
          </a:p>
        </p:txBody>
      </p:sp>
      <p:sp>
        <p:nvSpPr>
          <p:cNvPr id="7" name="Text 0"/>
          <p:cNvSpPr/>
          <p:nvPr>
            <p:ph idx="105" type="body" hasCustomPrompt="1"/>
          </p:nvPr>
        </p:nvSpPr>
        <p:spPr>
          <a:xfrm>
            <a:off x="548640" y="6995160"/>
            <a:ext cx="4114800" cy="27432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900" dirty="0">
                <a:solidFill>
                  <a:srgbClr val="6B7480"/>
                </a:solidFill>
                <a:latin typeface="Goetheanum Schrift Klar" pitchFamily="34" charset="0"/>
                <a:ea typeface="Goetheanum Schrift Klar" pitchFamily="34" charset="-122"/>
                <a:cs typeface="Goetheanum Schrift Klar" pitchFamily="34" charset="-120"/>
              </a:defRPr>
            </a:lvl1pPr>
          </a:lstStyle>
          <a:p>
            <a:pPr indent="0" marL="0">
              <a:buNone/>
            </a:pPr>
            <a:r>
              <a:rPr lang="en-US" sz="900" dirty="0">
                <a:solidFill>
                  <a:srgbClr val="6B7480"/>
                </a:solidFill>
                <a:latin typeface="Goetheanum Schrift Klar" pitchFamily="34" charset="0"/>
                <a:ea typeface="Goetheanum Schrift Klar" pitchFamily="34" charset="-122"/>
                <a:cs typeface="Goetheanum Schrift Klar" pitchFamily="34" charset="-120"/>
              </a:rPr>
              <a:t>Bildlegende: Ort, Anlass, Fotografie</a:t>
            </a:r>
            <a:endParaRPr lang="en-US" sz="900" dirty="0"/>
          </a:p>
        </p:txBody>
      </p:sp>
    </p:spTree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9747504" y="6995160"/>
            <a:ext cx="393192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anchor="ctr"/>
          <a:lstStyle>
            <a:lvl1pPr>
              <a:defRPr sz="900">
                <a:solidFill>
                  <a:srgbClr val="9CC3EC"/>
                </a:solidFill>
                <a:latin typeface="Goetheanum Schrift Klar"/>
                <a:ea typeface="Goetheanum Schrift Klar"/>
                <a:cs typeface="Goetheanum Schrift Klar"/>
              </a:defRPr>
            </a:lvl1pPr>
          </a:lstStyle>
          <a:p>
            <a:pPr algn="l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</p:sldLayoutIdLst>
  <p:hf sldNum="0" hdr="0" ftr="0" dt="0"/>
  <p:txStyles>
    <p:titleStyle>
      <a:lvl1pPr algn="l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hyperlink" Target="https://werkzeuge.goetheanum.ch/schriften" TargetMode="External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2.xml"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hyperlink" Target="https://werkzeuge.goetheanum.ch/schriften" TargetMode="External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3.xml"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4.xml"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6.xml"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7.xml"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image" Target="../media/image-8-1.jpg"/><Relationship Id="rId2" Type="http://schemas.openxmlformats.org/officeDocument/2006/relationships/slideLayout" Target="../slideLayouts/slideLayout7.xml"/><Relationship Id="rId3" Type="http://schemas.openxmlformats.org/officeDocument/2006/relationships/notesSlide" Target="../notesSlides/notesSlide8.xml"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image" Target="../media/image-9-1.jpg"/><Relationship Id="rId2" Type="http://schemas.openxmlformats.org/officeDocument/2006/relationships/slideLayout" Target="../slideLayouts/slideLayout8.xml"/><Relationship Id="rId3" Type="http://schemas.openxmlformats.org/officeDocument/2006/relationships/notesSlide" Target="../notesSlides/notesSlide9.xml"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0.xml"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11.xml"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2.xml"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hyperlink" Target="https://werkzeuge.goetheanum.ch/assets/fonts/goetheanum/Beipackzettel-Goetheanum-Schriften.pdf" TargetMode="External"/><Relationship Id="rId2" Type="http://schemas.openxmlformats.org/officeDocument/2006/relationships/slideLayout" Target="../slideLayouts/slideLayout5.xml"/><Relationship Id="rId3" Type="http://schemas.openxmlformats.org/officeDocument/2006/relationships/notesSlide" Target="../notesSlides/notesSlide13.xml"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14.xml"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1" type="title" hasCustomPrompt="1"/>
          </p:nvPr>
        </p:nvSpPr>
        <p:spPr>
          <a:xfrm>
            <a:off x="2002536" y="2487168"/>
            <a:ext cx="7680960" cy="128016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5000" dirty="0">
                <a:solidFill>
                  <a:srgbClr val="FFFFFF"/>
                </a:solidFill>
                <a:latin typeface="Goetheanum Schrift Deutlich" pitchFamily="34" charset="0"/>
                <a:ea typeface="Goetheanum Schrift Deutlich" pitchFamily="34" charset="-122"/>
                <a:cs typeface="Goetheanum Schrift Deutlich" pitchFamily="34" charset="-120"/>
              </a:rPr>
              <a:t>Titel der Präsentation</a:t>
            </a:r>
            <a:endParaRPr lang="en-US" sz="5000" dirty="0"/>
          </a:p>
        </p:txBody>
      </p:sp>
      <p:sp>
        <p:nvSpPr>
          <p:cNvPr id="3" name="Text 0"/>
          <p:cNvSpPr/>
          <p:nvPr>
            <p:ph idx="102" type="body" hasCustomPrompt="1"/>
          </p:nvPr>
        </p:nvSpPr>
        <p:spPr>
          <a:xfrm>
            <a:off x="2002536" y="3712464"/>
            <a:ext cx="7680960" cy="54864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2600" dirty="0">
                <a:solidFill>
                  <a:srgbClr val="BFD7F0"/>
                </a:solidFill>
                <a:latin typeface="Goetheanum Schrift Leise" pitchFamily="34" charset="0"/>
                <a:ea typeface="Goetheanum Schrift Leise" pitchFamily="34" charset="-122"/>
                <a:cs typeface="Goetheanum Schrift Leise" pitchFamily="34" charset="-120"/>
              </a:rPr>
              <a:t>Untertitel oder Anlass in einem Satz</a:t>
            </a:r>
            <a:endParaRPr lang="en-US" sz="2600" dirty="0"/>
          </a:p>
        </p:txBody>
      </p:sp>
      <p:sp>
        <p:nvSpPr>
          <p:cNvPr id="4" name="Text 0"/>
          <p:cNvSpPr/>
          <p:nvPr>
            <p:ph idx="103" type="body" hasCustomPrompt="1"/>
          </p:nvPr>
        </p:nvSpPr>
        <p:spPr>
          <a:xfrm>
            <a:off x="548640" y="6675120"/>
            <a:ext cx="9592056" cy="32004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algn="r" indent="0" marL="0">
              <a:buNone/>
            </a:pPr>
            <a:r>
              <a:rPr lang="en-US" sz="1300" dirty="0">
                <a:solidFill>
                  <a:srgbClr val="9CC3EC"/>
                </a:solidFill>
                <a:latin typeface="Goetheanum Schrift Klar" pitchFamily="34" charset="0"/>
                <a:ea typeface="Goetheanum Schrift Klar" pitchFamily="34" charset="-122"/>
                <a:cs typeface="Goetheanum Schrift Klar" pitchFamily="34" charset="-120"/>
              </a:rPr>
              <a:t>Vorname Name · Bereich · 00.00.2026</a:t>
            </a:r>
            <a:endParaRPr lang="en-US" sz="13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2" type="body" hasCustomPrompt="1"/>
          </p:nvPr>
        </p:nvSpPr>
        <p:spPr>
          <a:xfrm>
            <a:off x="548640" y="1143000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300" dirty="0">
                <a:solidFill>
                  <a:srgbClr val="005EB8"/>
                </a:solidFill>
                <a:latin typeface="Goetheanum Schrift Klar" pitchFamily="34" charset="0"/>
                <a:ea typeface="Goetheanum Schrift Klar" pitchFamily="34" charset="-122"/>
                <a:cs typeface="Goetheanum Schrift Klar" pitchFamily="34" charset="-120"/>
              </a:rPr>
              <a:t>Vorlage</a:t>
            </a:r>
            <a:endParaRPr lang="en-US" sz="1300" dirty="0"/>
          </a:p>
        </p:txBody>
      </p:sp>
      <p:sp>
        <p:nvSpPr>
          <p:cNvPr id="3" name="Text 1"/>
          <p:cNvSpPr/>
          <p:nvPr>
            <p:ph idx="103" type="title" hasCustomPrompt="1"/>
          </p:nvPr>
        </p:nvSpPr>
        <p:spPr>
          <a:xfrm>
            <a:off x="548640" y="1463040"/>
            <a:ext cx="9592056" cy="59436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2600" dirty="0">
                <a:solidFill>
                  <a:srgbClr val="1A1A1A"/>
                </a:solidFill>
                <a:latin typeface="Goetheanum Schrift Deutlich" pitchFamily="34" charset="0"/>
                <a:ea typeface="Goetheanum Schrift Deutlich" pitchFamily="34" charset="-122"/>
                <a:cs typeface="Goetheanum Schrift Deutlich" pitchFamily="34" charset="-120"/>
              </a:rPr>
              <a:t>Fünf Grössen, fünf Schnitte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548640" y="2286000"/>
            <a:ext cx="132588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005EB8"/>
                </a:solidFill>
                <a:latin typeface="Goetheanum Schrift Klar" pitchFamily="34" charset="0"/>
                <a:ea typeface="Goetheanum Schrift Klar" pitchFamily="34" charset="-122"/>
                <a:cs typeface="Goetheanum Schrift Klar" pitchFamily="34" charset="-120"/>
              </a:rPr>
              <a:t>Plakat 50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2002536" y="2286000"/>
            <a:ext cx="813816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000" dirty="0">
                <a:solidFill>
                  <a:srgbClr val="1A1A1A"/>
                </a:solidFill>
                <a:latin typeface="Goetheanum Schrift Leise" pitchFamily="34" charset="0"/>
                <a:ea typeface="Goetheanum Schrift Leise" pitchFamily="34" charset="-122"/>
                <a:cs typeface="Goetheanum Schrift Leise" pitchFamily="34" charset="-120"/>
              </a:rPr>
              <a:t>Zuerst das </a:t>
            </a:r>
            <a:r>
              <a:rPr lang="en-US" sz="5000" dirty="0">
                <a:solidFill>
                  <a:srgbClr val="1A1A1A"/>
                </a:solidFill>
                <a:latin typeface="Goetheanum Schrift Deutlich" pitchFamily="34" charset="0"/>
                <a:ea typeface="Goetheanum Schrift Deutlich" pitchFamily="34" charset="-122"/>
                <a:cs typeface="Goetheanum Schrift Deutlich" pitchFamily="34" charset="-120"/>
              </a:rPr>
              <a:t>Ganze</a:t>
            </a:r>
            <a:endParaRPr lang="en-US" sz="5000" dirty="0"/>
          </a:p>
        </p:txBody>
      </p:sp>
      <p:sp>
        <p:nvSpPr>
          <p:cNvPr id="6" name="Text 4"/>
          <p:cNvSpPr/>
          <p:nvPr/>
        </p:nvSpPr>
        <p:spPr>
          <a:xfrm>
            <a:off x="548640" y="3236976"/>
            <a:ext cx="132588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005EB8"/>
                </a:solidFill>
                <a:latin typeface="Goetheanum Schrift Klar" pitchFamily="34" charset="0"/>
                <a:ea typeface="Goetheanum Schrift Klar" pitchFamily="34" charset="-122"/>
                <a:cs typeface="Goetheanum Schrift Klar" pitchFamily="34" charset="-120"/>
              </a:rPr>
              <a:t>Überschrift 26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2002536" y="3236976"/>
            <a:ext cx="813816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dirty="0">
                <a:solidFill>
                  <a:srgbClr val="1A1A1A"/>
                </a:solidFill>
                <a:latin typeface="Goetheanum Schrift Deutlich" pitchFamily="34" charset="0"/>
                <a:ea typeface="Goetheanum Schrift Deutlich" pitchFamily="34" charset="-122"/>
                <a:cs typeface="Goetheanum Schrift Deutlich" pitchFamily="34" charset="-120"/>
              </a:rPr>
              <a:t>Dann der tragende Gedanke</a:t>
            </a:r>
            <a:endParaRPr lang="en-US" sz="2600" dirty="0"/>
          </a:p>
        </p:txBody>
      </p:sp>
      <p:sp>
        <p:nvSpPr>
          <p:cNvPr id="8" name="Text 6"/>
          <p:cNvSpPr/>
          <p:nvPr/>
        </p:nvSpPr>
        <p:spPr>
          <a:xfrm>
            <a:off x="548640" y="3858768"/>
            <a:ext cx="1325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005EB8"/>
                </a:solidFill>
                <a:latin typeface="Goetheanum Schrift Klar" pitchFamily="34" charset="0"/>
                <a:ea typeface="Goetheanum Schrift Klar" pitchFamily="34" charset="-122"/>
                <a:cs typeface="Goetheanum Schrift Klar" pitchFamily="34" charset="-120"/>
              </a:rPr>
              <a:t>Lead 18</a:t>
            </a:r>
            <a:endParaRPr lang="en-US" sz="900" dirty="0"/>
          </a:p>
        </p:txBody>
      </p:sp>
      <p:sp>
        <p:nvSpPr>
          <p:cNvPr id="9" name="Text 7"/>
          <p:cNvSpPr/>
          <p:nvPr/>
        </p:nvSpPr>
        <p:spPr>
          <a:xfrm>
            <a:off x="2002536" y="3858768"/>
            <a:ext cx="8138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1A1A1A"/>
                </a:solidFill>
                <a:latin typeface="Goetheanum Schrift Klar" pitchFamily="34" charset="0"/>
                <a:ea typeface="Goetheanum Schrift Klar" pitchFamily="34" charset="-122"/>
                <a:cs typeface="Goetheanum Schrift Klar" pitchFamily="34" charset="-120"/>
              </a:rPr>
              <a:t>Ein Vorspann sammelt das Wichtige</a:t>
            </a:r>
            <a:endParaRPr lang="en-US" sz="1800" dirty="0"/>
          </a:p>
        </p:txBody>
      </p:sp>
      <p:sp>
        <p:nvSpPr>
          <p:cNvPr id="10" name="Text 8"/>
          <p:cNvSpPr/>
          <p:nvPr/>
        </p:nvSpPr>
        <p:spPr>
          <a:xfrm>
            <a:off x="548640" y="4334256"/>
            <a:ext cx="1325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005EB8"/>
                </a:solidFill>
                <a:latin typeface="Goetheanum Schrift Klar" pitchFamily="34" charset="0"/>
                <a:ea typeface="Goetheanum Schrift Klar" pitchFamily="34" charset="-122"/>
                <a:cs typeface="Goetheanum Schrift Klar" pitchFamily="34" charset="-120"/>
              </a:rPr>
              <a:t>Grundtext 13</a:t>
            </a:r>
            <a:endParaRPr lang="en-US" sz="900" dirty="0"/>
          </a:p>
        </p:txBody>
      </p:sp>
      <p:sp>
        <p:nvSpPr>
          <p:cNvPr id="11" name="Text 9"/>
          <p:cNvSpPr/>
          <p:nvPr/>
        </p:nvSpPr>
        <p:spPr>
          <a:xfrm>
            <a:off x="2002536" y="4334256"/>
            <a:ext cx="8138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Goetheanum Schrift Klar" pitchFamily="34" charset="0"/>
                <a:ea typeface="Goetheanum Schrift Klar" pitchFamily="34" charset="-122"/>
                <a:cs typeface="Goetheanum Schrift Klar" pitchFamily="34" charset="-120"/>
              </a:rPr>
              <a:t>Der Grundtext erzählt ruhig und genau.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548640" y="4718304"/>
            <a:ext cx="13258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005EB8"/>
                </a:solidFill>
                <a:latin typeface="Goetheanum Schrift Klar" pitchFamily="34" charset="0"/>
                <a:ea typeface="Goetheanum Schrift Klar" pitchFamily="34" charset="-122"/>
                <a:cs typeface="Goetheanum Schrift Klar" pitchFamily="34" charset="-120"/>
              </a:rPr>
              <a:t>Marginalie 9</a:t>
            </a:r>
            <a:endParaRPr lang="en-US" sz="900" dirty="0"/>
          </a:p>
        </p:txBody>
      </p:sp>
      <p:sp>
        <p:nvSpPr>
          <p:cNvPr id="13" name="Text 11"/>
          <p:cNvSpPr/>
          <p:nvPr/>
        </p:nvSpPr>
        <p:spPr>
          <a:xfrm>
            <a:off x="2002536" y="4718304"/>
            <a:ext cx="81381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A1A1A"/>
                </a:solidFill>
                <a:latin typeface="Goetheanum Schrift Klar" pitchFamily="34" charset="0"/>
                <a:ea typeface="Goetheanum Schrift Klar" pitchFamily="34" charset="-122"/>
                <a:cs typeface="Goetheanum Schrift Klar" pitchFamily="34" charset="-120"/>
              </a:rPr>
              <a:t>Die Marginalie begleitet am Rand.</a:t>
            </a:r>
            <a:endParaRPr lang="en-US" sz="900" dirty="0"/>
          </a:p>
        </p:txBody>
      </p:sp>
      <p:sp>
        <p:nvSpPr>
          <p:cNvPr id="14" name="Text 12"/>
          <p:cNvSpPr/>
          <p:nvPr/>
        </p:nvSpPr>
        <p:spPr>
          <a:xfrm>
            <a:off x="548640" y="5138928"/>
            <a:ext cx="13258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005EB8"/>
                </a:solidFill>
                <a:latin typeface="Goetheanum Schrift Klar" pitchFamily="34" charset="0"/>
                <a:ea typeface="Goetheanum Schrift Klar" pitchFamily="34" charset="-122"/>
                <a:cs typeface="Goetheanum Schrift Klar" pitchFamily="34" charset="-120"/>
              </a:rPr>
              <a:t>Dicke</a:t>
            </a:r>
            <a:endParaRPr lang="en-US" sz="900" dirty="0"/>
          </a:p>
        </p:txBody>
      </p:sp>
      <p:sp>
        <p:nvSpPr>
          <p:cNvPr id="15" name="Text 13"/>
          <p:cNvSpPr/>
          <p:nvPr/>
        </p:nvSpPr>
        <p:spPr>
          <a:xfrm>
            <a:off x="2002536" y="5138928"/>
            <a:ext cx="4572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Goetheanum Schrift Leise" pitchFamily="34" charset="0"/>
                <a:ea typeface="Goetheanum Schrift Leise" pitchFamily="34" charset="-122"/>
                <a:cs typeface="Goetheanum Schrift Leise" pitchFamily="34" charset="-120"/>
              </a:rPr>
              <a:t>Leise dämpft</a:t>
            </a:r>
            <a:endParaRPr lang="en-US" sz="1300" dirty="0"/>
          </a:p>
        </p:txBody>
      </p:sp>
      <p:sp>
        <p:nvSpPr>
          <p:cNvPr id="16" name="Text 14"/>
          <p:cNvSpPr/>
          <p:nvPr/>
        </p:nvSpPr>
        <p:spPr>
          <a:xfrm>
            <a:off x="2002536" y="5376672"/>
            <a:ext cx="4572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Goetheanum Schrift Ruhig" pitchFamily="34" charset="0"/>
                <a:ea typeface="Goetheanum Schrift Ruhig" pitchFamily="34" charset="-122"/>
                <a:cs typeface="Goetheanum Schrift Ruhig" pitchFamily="34" charset="-120"/>
              </a:rPr>
              <a:t>Ruhig begleitet</a:t>
            </a:r>
            <a:endParaRPr lang="en-US" sz="1300" dirty="0"/>
          </a:p>
        </p:txBody>
      </p:sp>
      <p:sp>
        <p:nvSpPr>
          <p:cNvPr id="17" name="Text 15"/>
          <p:cNvSpPr/>
          <p:nvPr/>
        </p:nvSpPr>
        <p:spPr>
          <a:xfrm>
            <a:off x="2002536" y="5614416"/>
            <a:ext cx="4572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Goetheanum Schrift Klar" pitchFamily="34" charset="0"/>
                <a:ea typeface="Goetheanum Schrift Klar" pitchFamily="34" charset="-122"/>
                <a:cs typeface="Goetheanum Schrift Klar" pitchFamily="34" charset="-120"/>
              </a:rPr>
              <a:t>Klar erzählt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002536" y="5852160"/>
            <a:ext cx="4572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Goetheanum Schrift Deutlich" pitchFamily="34" charset="0"/>
                <a:ea typeface="Goetheanum Schrift Deutlich" pitchFamily="34" charset="-122"/>
                <a:cs typeface="Goetheanum Schrift Deutlich" pitchFamily="34" charset="-120"/>
              </a:rPr>
              <a:t>Deutlich führt</a:t>
            </a:r>
            <a:endParaRPr lang="en-US" sz="1300" dirty="0"/>
          </a:p>
        </p:txBody>
      </p:sp>
      <p:sp>
        <p:nvSpPr>
          <p:cNvPr id="19" name="Text 17"/>
          <p:cNvSpPr/>
          <p:nvPr/>
        </p:nvSpPr>
        <p:spPr>
          <a:xfrm>
            <a:off x="2002536" y="6089904"/>
            <a:ext cx="4572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Goetheanum Schrift Laut" pitchFamily="34" charset="0"/>
                <a:ea typeface="Goetheanum Schrift Laut" pitchFamily="34" charset="-122"/>
                <a:cs typeface="Goetheanum Schrift Laut" pitchFamily="34" charset="-120"/>
              </a:rPr>
              <a:t>Laut</a:t>
            </a:r>
            <a:r>
              <a:rPr lang="en-US" sz="1300" dirty="0">
                <a:solidFill>
                  <a:srgbClr val="1A1A1A"/>
                </a:solidFill>
                <a:latin typeface="Goetheanum Schrift Klar" pitchFamily="34" charset="0"/>
                <a:ea typeface="Goetheanum Schrift Klar" pitchFamily="34" charset="-122"/>
                <a:cs typeface="Goetheanum Schrift Klar" pitchFamily="34" charset="-120"/>
              </a:rPr>
              <a:t> betont</a:t>
            </a:r>
            <a:endParaRPr lang="en-US" sz="1300" dirty="0"/>
          </a:p>
        </p:txBody>
      </p:sp>
      <p:sp>
        <p:nvSpPr>
          <p:cNvPr id="20" name="Text 18"/>
          <p:cNvSpPr/>
          <p:nvPr/>
        </p:nvSpPr>
        <p:spPr>
          <a:xfrm>
            <a:off x="2002536" y="6364224"/>
            <a:ext cx="6400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480"/>
                </a:solidFill>
                <a:latin typeface="Goetheanum Schrift Klar" pitchFamily="34" charset="0"/>
                <a:ea typeface="Goetheanum Schrift Klar" pitchFamily="34" charset="-122"/>
                <a:cs typeface="Goetheanum Schrift Klar" pitchFamily="34" charset="-120"/>
              </a:rPr>
              <a:t>In Klar-Text schaltet Strg+B auf Laut und Strg+I auf Leise.</a:t>
            </a:r>
            <a:endParaRPr lang="en-US" sz="900" dirty="0"/>
          </a:p>
        </p:txBody>
      </p:sp>
      <p:sp>
        <p:nvSpPr>
          <p:cNvPr id="21" name="Text 19"/>
          <p:cNvSpPr/>
          <p:nvPr/>
        </p:nvSpPr>
        <p:spPr>
          <a:xfrm>
            <a:off x="548640" y="6656832"/>
            <a:ext cx="13258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005EB8"/>
                </a:solidFill>
                <a:latin typeface="Goetheanum Schrift Klar" pitchFamily="34" charset="0"/>
                <a:ea typeface="Goetheanum Schrift Klar" pitchFamily="34" charset="-122"/>
                <a:cs typeface="Goetheanum Schrift Klar" pitchFamily="34" charset="-120"/>
              </a:rPr>
              <a:t>Regel</a:t>
            </a:r>
            <a:endParaRPr lang="en-US" sz="900" dirty="0"/>
          </a:p>
        </p:txBody>
      </p:sp>
      <p:sp>
        <p:nvSpPr>
          <p:cNvPr id="22" name="Text 20"/>
          <p:cNvSpPr/>
          <p:nvPr/>
        </p:nvSpPr>
        <p:spPr>
          <a:xfrm>
            <a:off x="2002536" y="665683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A1A1A"/>
                </a:solidFill>
                <a:latin typeface="Goetheanum Schrift Klar" pitchFamily="34" charset="0"/>
                <a:ea typeface="Goetheanum Schrift Klar" pitchFamily="34" charset="-122"/>
                <a:cs typeface="Goetheanum Schrift Klar" pitchFamily="34" charset="-120"/>
              </a:rPr>
              <a:t>Anführungen stehen in einfachen Guillemets: ‹so›. Überschriften stehen in Deutlich.</a:t>
            </a:r>
            <a:endParaRPr lang="en-US" sz="900" dirty="0"/>
          </a:p>
        </p:txBody>
      </p:sp>
      <p:sp>
        <p:nvSpPr>
          <p:cNvPr id="23" name="Text 21"/>
          <p:cNvSpPr/>
          <p:nvPr/>
        </p:nvSpPr>
        <p:spPr>
          <a:xfrm>
            <a:off x="548640" y="699516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480"/>
                </a:solidFill>
                <a:latin typeface="Goetheanum Schrift Klar" pitchFamily="34" charset="0"/>
                <a:ea typeface="Goetheanum Schrift Klar" pitchFamily="34" charset="-122"/>
                <a:cs typeface="Goetheanum Schrift Klar" pitchFamily="34" charset="-120"/>
              </a:rPr>
              <a:t>Schriften installieren: </a:t>
            </a:r>
            <a:pPr indent="0" marL="0">
              <a:buNone/>
            </a:pPr>
            <a:r>
              <a:rPr lang="en-US" sz="900" dirty="0">
                <a:solidFill>
                  <a:srgbClr val="005EB8"/>
                </a:solidFill>
                <a:latin typeface="Goetheanum Schrift Klar" pitchFamily="34" charset="0"/>
                <a:ea typeface="Goetheanum Schrift Klar" pitchFamily="34" charset="-122"/>
                <a:cs typeface="Goetheanum Schrift Klar" pitchFamily="34" charset="-120"/>
                <a:hlinkClick r:id="rId1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‹Download›</a:t>
            </a:r>
            <a:endParaRPr lang="en-US" sz="9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9747504" y="6995160"/>
            <a:ext cx="393192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anchor="ctr"/>
          <a:lstStyle>
            <a:lvl1pPr>
              <a:defRPr sz="900">
                <a:solidFill>
                  <a:srgbClr val="6B7480"/>
                </a:solidFill>
                <a:latin typeface="Goetheanum Schrift Klar"/>
                <a:ea typeface="Goetheanum Schrift Klar"/>
                <a:cs typeface="Goetheanum Schrift Klar"/>
              </a:defRPr>
            </a:lvl1pPr>
          </a:lstStyle>
          <a:p>
            <a:pPr algn="l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2" type="body" hasCustomPrompt="1"/>
          </p:nvPr>
        </p:nvSpPr>
        <p:spPr>
          <a:xfrm>
            <a:off x="548640" y="1143000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300" dirty="0">
                <a:solidFill>
                  <a:srgbClr val="005EB8"/>
                </a:solidFill>
                <a:latin typeface="Goetheanum Schrift Klar" pitchFamily="34" charset="0"/>
                <a:ea typeface="Goetheanum Schrift Klar" pitchFamily="34" charset="-122"/>
                <a:cs typeface="Goetheanum Schrift Klar" pitchFamily="34" charset="-120"/>
              </a:rPr>
              <a:t>Vorlage</a:t>
            </a:r>
            <a:endParaRPr lang="en-US" sz="1300" dirty="0"/>
          </a:p>
        </p:txBody>
      </p:sp>
      <p:sp>
        <p:nvSpPr>
          <p:cNvPr id="3" name="Text 1"/>
          <p:cNvSpPr/>
          <p:nvPr>
            <p:ph idx="103" type="title" hasCustomPrompt="1"/>
          </p:nvPr>
        </p:nvSpPr>
        <p:spPr>
          <a:xfrm>
            <a:off x="548640" y="1463040"/>
            <a:ext cx="9592056" cy="59436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2600" dirty="0">
                <a:solidFill>
                  <a:srgbClr val="1A1A1A"/>
                </a:solidFill>
                <a:latin typeface="Goetheanum Schrift Deutlich" pitchFamily="34" charset="0"/>
                <a:ea typeface="Goetheanum Schrift Deutlich" pitchFamily="34" charset="-122"/>
                <a:cs typeface="Goetheanum Schrift Deutlich" pitchFamily="34" charset="-120"/>
              </a:rPr>
              <a:t>Piktogramme aus der Hausschrift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548640" y="2331720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6B7480"/>
                </a:solidFill>
                <a:latin typeface="Goetheanum Schrift Leise" pitchFamily="34" charset="0"/>
                <a:ea typeface="Goetheanum Schrift Leise" pitchFamily="34" charset="-122"/>
                <a:cs typeface="Goetheanum Schrift Leise" pitchFamily="34" charset="-120"/>
              </a:rPr>
              <a:t>Schrift </a:t>
            </a:r>
            <a:pPr indent="0" marL="0">
              <a:buNone/>
            </a:pPr>
            <a:r>
              <a:rPr lang="en-US" sz="1800" dirty="0">
                <a:solidFill>
                  <a:srgbClr val="6B7480"/>
                </a:solidFill>
                <a:latin typeface="Goetheanum Schrift Leise" pitchFamily="34" charset="0"/>
                <a:ea typeface="Goetheanum Schrift Leise" pitchFamily="34" charset="-122"/>
                <a:cs typeface="Goetheanum Schrift Leise" pitchFamily="34" charset="-120"/>
              </a:rPr>
              <a:t>‹Goetheanum Icons›</a:t>
            </a:r>
            <a:pPr indent="0" marL="0">
              <a:buNone/>
            </a:pPr>
            <a:r>
              <a:rPr lang="en-US" sz="1800" dirty="0">
                <a:solidFill>
                  <a:srgbClr val="6B7480"/>
                </a:solidFill>
                <a:latin typeface="Goetheanum Schrift Leise" pitchFamily="34" charset="0"/>
                <a:ea typeface="Goetheanum Schrift Leise" pitchFamily="34" charset="-122"/>
                <a:cs typeface="Goetheanum Schrift Leise" pitchFamily="34" charset="-120"/>
              </a:rPr>
              <a:t> wählen, Buchstaben tippen.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548640" y="3108960"/>
            <a:ext cx="10515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dirty="0">
                <a:solidFill>
                  <a:srgbClr val="1A1A1A"/>
                </a:solidFill>
                <a:latin typeface="Goetheanum Icons" pitchFamily="34" charset="0"/>
                <a:ea typeface="Goetheanum Icons" pitchFamily="34" charset="-122"/>
                <a:cs typeface="Goetheanum Icons" pitchFamily="34" charset="-120"/>
              </a:rPr>
              <a:t>g</a:t>
            </a:r>
            <a:endParaRPr lang="en-US" sz="3200" dirty="0"/>
          </a:p>
        </p:txBody>
      </p:sp>
      <p:sp>
        <p:nvSpPr>
          <p:cNvPr id="6" name="Text 4"/>
          <p:cNvSpPr/>
          <p:nvPr/>
        </p:nvSpPr>
        <p:spPr>
          <a:xfrm>
            <a:off x="548640" y="3794760"/>
            <a:ext cx="10515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005EB8"/>
                </a:solidFill>
                <a:latin typeface="Goetheanum Schrift Deutlich" pitchFamily="34" charset="0"/>
                <a:ea typeface="Goetheanum Schrift Deutlich" pitchFamily="34" charset="-122"/>
                <a:cs typeface="Goetheanum Schrift Deutlich" pitchFamily="34" charset="-120"/>
              </a:rPr>
              <a:t>g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475488" y="4023360"/>
            <a:ext cx="1197864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6B7480"/>
                </a:solidFill>
                <a:latin typeface="Goetheanum Schrift Klar" pitchFamily="34" charset="0"/>
                <a:ea typeface="Goetheanum Schrift Klar" pitchFamily="34" charset="-122"/>
                <a:cs typeface="Goetheanum Schrift Klar" pitchFamily="34" charset="-120"/>
              </a:rPr>
              <a:t>WLAN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1755648" y="3108960"/>
            <a:ext cx="10515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dirty="0">
                <a:solidFill>
                  <a:srgbClr val="1A1A1A"/>
                </a:solidFill>
                <a:latin typeface="Goetheanum Icons" pitchFamily="34" charset="0"/>
                <a:ea typeface="Goetheanum Icons" pitchFamily="34" charset="-122"/>
                <a:cs typeface="Goetheanum Icons" pitchFamily="34" charset="-120"/>
              </a:rPr>
              <a:t>a</a:t>
            </a:r>
            <a:endParaRPr lang="en-US" sz="3200" dirty="0"/>
          </a:p>
        </p:txBody>
      </p:sp>
      <p:sp>
        <p:nvSpPr>
          <p:cNvPr id="9" name="Text 7"/>
          <p:cNvSpPr/>
          <p:nvPr/>
        </p:nvSpPr>
        <p:spPr>
          <a:xfrm>
            <a:off x="1755648" y="3794760"/>
            <a:ext cx="10515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005EB8"/>
                </a:solidFill>
                <a:latin typeface="Goetheanum Schrift Deutlich" pitchFamily="34" charset="0"/>
                <a:ea typeface="Goetheanum Schrift Deutlich" pitchFamily="34" charset="-122"/>
                <a:cs typeface="Goetheanum Schrift Deutlich" pitchFamily="34" charset="-120"/>
              </a:rPr>
              <a:t>a</a:t>
            </a:r>
            <a:endParaRPr lang="en-US" sz="900" dirty="0"/>
          </a:p>
        </p:txBody>
      </p:sp>
      <p:sp>
        <p:nvSpPr>
          <p:cNvPr id="10" name="Text 8"/>
          <p:cNvSpPr/>
          <p:nvPr/>
        </p:nvSpPr>
        <p:spPr>
          <a:xfrm>
            <a:off x="1682496" y="4023360"/>
            <a:ext cx="1197864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6B7480"/>
                </a:solidFill>
                <a:latin typeface="Goetheanum Schrift Klar" pitchFamily="34" charset="0"/>
                <a:ea typeface="Goetheanum Schrift Klar" pitchFamily="34" charset="-122"/>
                <a:cs typeface="Goetheanum Schrift Klar" pitchFamily="34" charset="-120"/>
              </a:rPr>
              <a:t>Lift</a:t>
            </a:r>
            <a:endParaRPr lang="en-US" sz="900" dirty="0"/>
          </a:p>
        </p:txBody>
      </p:sp>
      <p:sp>
        <p:nvSpPr>
          <p:cNvPr id="11" name="Text 9"/>
          <p:cNvSpPr/>
          <p:nvPr/>
        </p:nvSpPr>
        <p:spPr>
          <a:xfrm>
            <a:off x="2962656" y="3108960"/>
            <a:ext cx="10515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dirty="0">
                <a:solidFill>
                  <a:srgbClr val="1A1A1A"/>
                </a:solidFill>
                <a:latin typeface="Goetheanum Icons" pitchFamily="34" charset="0"/>
                <a:ea typeface="Goetheanum Icons" pitchFamily="34" charset="-122"/>
                <a:cs typeface="Goetheanum Icons" pitchFamily="34" charset="-120"/>
              </a:rPr>
              <a:t>s</a:t>
            </a:r>
            <a:endParaRPr lang="en-US" sz="3200" dirty="0"/>
          </a:p>
        </p:txBody>
      </p:sp>
      <p:sp>
        <p:nvSpPr>
          <p:cNvPr id="12" name="Text 10"/>
          <p:cNvSpPr/>
          <p:nvPr/>
        </p:nvSpPr>
        <p:spPr>
          <a:xfrm>
            <a:off x="2962656" y="3794760"/>
            <a:ext cx="10515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005EB8"/>
                </a:solidFill>
                <a:latin typeface="Goetheanum Schrift Deutlich" pitchFamily="34" charset="0"/>
                <a:ea typeface="Goetheanum Schrift Deutlich" pitchFamily="34" charset="-122"/>
                <a:cs typeface="Goetheanum Schrift Deutlich" pitchFamily="34" charset="-120"/>
              </a:rPr>
              <a:t>s</a:t>
            </a:r>
            <a:endParaRPr lang="en-US" sz="900" dirty="0"/>
          </a:p>
        </p:txBody>
      </p:sp>
      <p:sp>
        <p:nvSpPr>
          <p:cNvPr id="13" name="Text 11"/>
          <p:cNvSpPr/>
          <p:nvPr/>
        </p:nvSpPr>
        <p:spPr>
          <a:xfrm>
            <a:off x="2889504" y="4023360"/>
            <a:ext cx="1197864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6B7480"/>
                </a:solidFill>
                <a:latin typeface="Goetheanum Schrift Klar" pitchFamily="34" charset="0"/>
                <a:ea typeface="Goetheanum Schrift Klar" pitchFamily="34" charset="-122"/>
                <a:cs typeface="Goetheanum Schrift Klar" pitchFamily="34" charset="-120"/>
              </a:rPr>
              <a:t>Treppe</a:t>
            </a:r>
            <a:endParaRPr lang="en-US" sz="900" dirty="0"/>
          </a:p>
        </p:txBody>
      </p:sp>
      <p:sp>
        <p:nvSpPr>
          <p:cNvPr id="14" name="Text 12"/>
          <p:cNvSpPr/>
          <p:nvPr/>
        </p:nvSpPr>
        <p:spPr>
          <a:xfrm>
            <a:off x="4169664" y="3108960"/>
            <a:ext cx="10515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dirty="0">
                <a:solidFill>
                  <a:srgbClr val="1A1A1A"/>
                </a:solidFill>
                <a:latin typeface="Goetheanum Icons" pitchFamily="34" charset="0"/>
                <a:ea typeface="Goetheanum Icons" pitchFamily="34" charset="-122"/>
                <a:cs typeface="Goetheanum Icons" pitchFamily="34" charset="-120"/>
              </a:rPr>
              <a:t>x</a:t>
            </a:r>
            <a:endParaRPr lang="en-US" sz="3200" dirty="0"/>
          </a:p>
        </p:txBody>
      </p:sp>
      <p:sp>
        <p:nvSpPr>
          <p:cNvPr id="15" name="Text 13"/>
          <p:cNvSpPr/>
          <p:nvPr/>
        </p:nvSpPr>
        <p:spPr>
          <a:xfrm>
            <a:off x="4169664" y="3794760"/>
            <a:ext cx="10515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005EB8"/>
                </a:solidFill>
                <a:latin typeface="Goetheanum Schrift Deutlich" pitchFamily="34" charset="0"/>
                <a:ea typeface="Goetheanum Schrift Deutlich" pitchFamily="34" charset="-122"/>
                <a:cs typeface="Goetheanum Schrift Deutlich" pitchFamily="34" charset="-120"/>
              </a:rPr>
              <a:t>x</a:t>
            </a:r>
            <a:endParaRPr lang="en-US" sz="900" dirty="0"/>
          </a:p>
        </p:txBody>
      </p:sp>
      <p:sp>
        <p:nvSpPr>
          <p:cNvPr id="16" name="Text 14"/>
          <p:cNvSpPr/>
          <p:nvPr/>
        </p:nvSpPr>
        <p:spPr>
          <a:xfrm>
            <a:off x="4096512" y="4023360"/>
            <a:ext cx="1197864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6B7480"/>
                </a:solidFill>
                <a:latin typeface="Goetheanum Schrift Klar" pitchFamily="34" charset="0"/>
                <a:ea typeface="Goetheanum Schrift Klar" pitchFamily="34" charset="-122"/>
                <a:cs typeface="Goetheanum Schrift Klar" pitchFamily="34" charset="-120"/>
              </a:rPr>
              <a:t>WC Rollstuhl</a:t>
            </a:r>
            <a:endParaRPr lang="en-US" sz="900" dirty="0"/>
          </a:p>
        </p:txBody>
      </p:sp>
      <p:sp>
        <p:nvSpPr>
          <p:cNvPr id="17" name="Text 15"/>
          <p:cNvSpPr/>
          <p:nvPr/>
        </p:nvSpPr>
        <p:spPr>
          <a:xfrm>
            <a:off x="5376672" y="3108960"/>
            <a:ext cx="10515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dirty="0">
                <a:solidFill>
                  <a:srgbClr val="1A1A1A"/>
                </a:solidFill>
                <a:latin typeface="Goetheanum Icons" pitchFamily="34" charset="0"/>
                <a:ea typeface="Goetheanum Icons" pitchFamily="34" charset="-122"/>
                <a:cs typeface="Goetheanum Icons" pitchFamily="34" charset="-120"/>
              </a:rPr>
              <a:t>e</a:t>
            </a:r>
            <a:endParaRPr lang="en-US" sz="3200" dirty="0"/>
          </a:p>
        </p:txBody>
      </p:sp>
      <p:sp>
        <p:nvSpPr>
          <p:cNvPr id="18" name="Text 16"/>
          <p:cNvSpPr/>
          <p:nvPr/>
        </p:nvSpPr>
        <p:spPr>
          <a:xfrm>
            <a:off x="5376672" y="3794760"/>
            <a:ext cx="10515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005EB8"/>
                </a:solidFill>
                <a:latin typeface="Goetheanum Schrift Deutlich" pitchFamily="34" charset="0"/>
                <a:ea typeface="Goetheanum Schrift Deutlich" pitchFamily="34" charset="-122"/>
                <a:cs typeface="Goetheanum Schrift Deutlich" pitchFamily="34" charset="-120"/>
              </a:rPr>
              <a:t>e</a:t>
            </a:r>
            <a:endParaRPr lang="en-US" sz="900" dirty="0"/>
          </a:p>
        </p:txBody>
      </p:sp>
      <p:sp>
        <p:nvSpPr>
          <p:cNvPr id="19" name="Text 17"/>
          <p:cNvSpPr/>
          <p:nvPr/>
        </p:nvSpPr>
        <p:spPr>
          <a:xfrm>
            <a:off x="5303520" y="4023360"/>
            <a:ext cx="1197864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6B7480"/>
                </a:solidFill>
                <a:latin typeface="Goetheanum Schrift Klar" pitchFamily="34" charset="0"/>
                <a:ea typeface="Goetheanum Schrift Klar" pitchFamily="34" charset="-122"/>
                <a:cs typeface="Goetheanum Schrift Klar" pitchFamily="34" charset="-120"/>
              </a:rPr>
              <a:t>Eintritt</a:t>
            </a:r>
            <a:endParaRPr lang="en-US" sz="900" dirty="0"/>
          </a:p>
        </p:txBody>
      </p:sp>
      <p:sp>
        <p:nvSpPr>
          <p:cNvPr id="20" name="Text 18"/>
          <p:cNvSpPr/>
          <p:nvPr/>
        </p:nvSpPr>
        <p:spPr>
          <a:xfrm>
            <a:off x="6583680" y="3108960"/>
            <a:ext cx="10515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dirty="0">
                <a:solidFill>
                  <a:srgbClr val="1A1A1A"/>
                </a:solidFill>
                <a:latin typeface="Goetheanum Icons" pitchFamily="34" charset="0"/>
                <a:ea typeface="Goetheanum Icons" pitchFamily="34" charset="-122"/>
                <a:cs typeface="Goetheanum Icons" pitchFamily="34" charset="-120"/>
              </a:rPr>
              <a:t>v</a:t>
            </a:r>
            <a:endParaRPr lang="en-US" sz="3200" dirty="0"/>
          </a:p>
        </p:txBody>
      </p:sp>
      <p:sp>
        <p:nvSpPr>
          <p:cNvPr id="21" name="Text 19"/>
          <p:cNvSpPr/>
          <p:nvPr/>
        </p:nvSpPr>
        <p:spPr>
          <a:xfrm>
            <a:off x="6583680" y="3794760"/>
            <a:ext cx="10515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005EB8"/>
                </a:solidFill>
                <a:latin typeface="Goetheanum Schrift Deutlich" pitchFamily="34" charset="0"/>
                <a:ea typeface="Goetheanum Schrift Deutlich" pitchFamily="34" charset="-122"/>
                <a:cs typeface="Goetheanum Schrift Deutlich" pitchFamily="34" charset="-120"/>
              </a:rPr>
              <a:t>v</a:t>
            </a:r>
            <a:endParaRPr lang="en-US" sz="900" dirty="0"/>
          </a:p>
        </p:txBody>
      </p:sp>
      <p:sp>
        <p:nvSpPr>
          <p:cNvPr id="22" name="Text 20"/>
          <p:cNvSpPr/>
          <p:nvPr/>
        </p:nvSpPr>
        <p:spPr>
          <a:xfrm>
            <a:off x="6510528" y="4023360"/>
            <a:ext cx="1197864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6B7480"/>
                </a:solidFill>
                <a:latin typeface="Goetheanum Schrift Klar" pitchFamily="34" charset="0"/>
                <a:ea typeface="Goetheanum Schrift Klar" pitchFamily="34" charset="-122"/>
                <a:cs typeface="Goetheanum Schrift Klar" pitchFamily="34" charset="-120"/>
              </a:rPr>
              <a:t>WC Gruppe</a:t>
            </a:r>
            <a:endParaRPr lang="en-US" sz="900" dirty="0"/>
          </a:p>
        </p:txBody>
      </p:sp>
      <p:sp>
        <p:nvSpPr>
          <p:cNvPr id="23" name="Text 21"/>
          <p:cNvSpPr/>
          <p:nvPr/>
        </p:nvSpPr>
        <p:spPr>
          <a:xfrm>
            <a:off x="7790688" y="3108960"/>
            <a:ext cx="10515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dirty="0">
                <a:solidFill>
                  <a:srgbClr val="1A1A1A"/>
                </a:solidFill>
                <a:latin typeface="Goetheanum Icons" pitchFamily="34" charset="0"/>
                <a:ea typeface="Goetheanum Icons" pitchFamily="34" charset="-122"/>
                <a:cs typeface="Goetheanum Icons" pitchFamily="34" charset="-120"/>
              </a:rPr>
              <a:t>k</a:t>
            </a:r>
            <a:endParaRPr lang="en-US" sz="3200" dirty="0"/>
          </a:p>
        </p:txBody>
      </p:sp>
      <p:sp>
        <p:nvSpPr>
          <p:cNvPr id="24" name="Text 22"/>
          <p:cNvSpPr/>
          <p:nvPr/>
        </p:nvSpPr>
        <p:spPr>
          <a:xfrm>
            <a:off x="7790688" y="3794760"/>
            <a:ext cx="10515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005EB8"/>
                </a:solidFill>
                <a:latin typeface="Goetheanum Schrift Deutlich" pitchFamily="34" charset="0"/>
                <a:ea typeface="Goetheanum Schrift Deutlich" pitchFamily="34" charset="-122"/>
                <a:cs typeface="Goetheanum Schrift Deutlich" pitchFamily="34" charset="-120"/>
              </a:rPr>
              <a:t>k</a:t>
            </a:r>
            <a:endParaRPr lang="en-US" sz="900" dirty="0"/>
          </a:p>
        </p:txBody>
      </p:sp>
      <p:sp>
        <p:nvSpPr>
          <p:cNvPr id="25" name="Text 23"/>
          <p:cNvSpPr/>
          <p:nvPr/>
        </p:nvSpPr>
        <p:spPr>
          <a:xfrm>
            <a:off x="7717536" y="4023360"/>
            <a:ext cx="1197864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6B7480"/>
                </a:solidFill>
                <a:latin typeface="Goetheanum Schrift Klar" pitchFamily="34" charset="0"/>
                <a:ea typeface="Goetheanum Schrift Klar" pitchFamily="34" charset="-122"/>
                <a:cs typeface="Goetheanum Schrift Klar" pitchFamily="34" charset="-120"/>
              </a:rPr>
              <a:t>Restmüll</a:t>
            </a:r>
            <a:endParaRPr lang="en-US" sz="900" dirty="0"/>
          </a:p>
        </p:txBody>
      </p:sp>
      <p:sp>
        <p:nvSpPr>
          <p:cNvPr id="26" name="Text 24"/>
          <p:cNvSpPr/>
          <p:nvPr/>
        </p:nvSpPr>
        <p:spPr>
          <a:xfrm>
            <a:off x="8997696" y="3108960"/>
            <a:ext cx="10515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dirty="0">
                <a:solidFill>
                  <a:srgbClr val="1A1A1A"/>
                </a:solidFill>
                <a:latin typeface="Goetheanum Icons" pitchFamily="34" charset="0"/>
                <a:ea typeface="Goetheanum Icons" pitchFamily="34" charset="-122"/>
                <a:cs typeface="Goetheanum Icons" pitchFamily="34" charset="-120"/>
              </a:rPr>
              <a:t>h</a:t>
            </a:r>
            <a:endParaRPr lang="en-US" sz="3200" dirty="0"/>
          </a:p>
        </p:txBody>
      </p:sp>
      <p:sp>
        <p:nvSpPr>
          <p:cNvPr id="27" name="Text 25"/>
          <p:cNvSpPr/>
          <p:nvPr/>
        </p:nvSpPr>
        <p:spPr>
          <a:xfrm>
            <a:off x="8997696" y="3794760"/>
            <a:ext cx="10515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005EB8"/>
                </a:solidFill>
                <a:latin typeface="Goetheanum Schrift Deutlich" pitchFamily="34" charset="0"/>
                <a:ea typeface="Goetheanum Schrift Deutlich" pitchFamily="34" charset="-122"/>
                <a:cs typeface="Goetheanum Schrift Deutlich" pitchFamily="34" charset="-120"/>
              </a:rPr>
              <a:t>h</a:t>
            </a:r>
            <a:endParaRPr lang="en-US" sz="900" dirty="0"/>
          </a:p>
        </p:txBody>
      </p:sp>
      <p:sp>
        <p:nvSpPr>
          <p:cNvPr id="28" name="Text 26"/>
          <p:cNvSpPr/>
          <p:nvPr/>
        </p:nvSpPr>
        <p:spPr>
          <a:xfrm>
            <a:off x="8924544" y="4023360"/>
            <a:ext cx="1197864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6B7480"/>
                </a:solidFill>
                <a:latin typeface="Goetheanum Schrift Klar" pitchFamily="34" charset="0"/>
                <a:ea typeface="Goetheanum Schrift Klar" pitchFamily="34" charset="-122"/>
                <a:cs typeface="Goetheanum Schrift Klar" pitchFamily="34" charset="-120"/>
              </a:rPr>
              <a:t>Bioabfall</a:t>
            </a:r>
            <a:endParaRPr lang="en-US" sz="900" dirty="0"/>
          </a:p>
        </p:txBody>
      </p:sp>
      <p:sp>
        <p:nvSpPr>
          <p:cNvPr id="29" name="Text 27"/>
          <p:cNvSpPr/>
          <p:nvPr/>
        </p:nvSpPr>
        <p:spPr>
          <a:xfrm>
            <a:off x="548640" y="4663440"/>
            <a:ext cx="10515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dirty="0">
                <a:solidFill>
                  <a:srgbClr val="1A1A1A"/>
                </a:solidFill>
                <a:latin typeface="Goetheanum Icons" pitchFamily="34" charset="0"/>
                <a:ea typeface="Goetheanum Icons" pitchFamily="34" charset="-122"/>
                <a:cs typeface="Goetheanum Icons" pitchFamily="34" charset="-120"/>
              </a:rPr>
              <a:t>w</a:t>
            </a:r>
            <a:endParaRPr lang="en-US" sz="3200" dirty="0"/>
          </a:p>
        </p:txBody>
      </p:sp>
      <p:sp>
        <p:nvSpPr>
          <p:cNvPr id="30" name="Text 28"/>
          <p:cNvSpPr/>
          <p:nvPr/>
        </p:nvSpPr>
        <p:spPr>
          <a:xfrm>
            <a:off x="548640" y="5349240"/>
            <a:ext cx="10515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005EB8"/>
                </a:solidFill>
                <a:latin typeface="Goetheanum Schrift Deutlich" pitchFamily="34" charset="0"/>
                <a:ea typeface="Goetheanum Schrift Deutlich" pitchFamily="34" charset="-122"/>
                <a:cs typeface="Goetheanum Schrift Deutlich" pitchFamily="34" charset="-120"/>
              </a:rPr>
              <a:t>w</a:t>
            </a:r>
            <a:endParaRPr lang="en-US" sz="900" dirty="0"/>
          </a:p>
        </p:txBody>
      </p:sp>
      <p:sp>
        <p:nvSpPr>
          <p:cNvPr id="31" name="Text 29"/>
          <p:cNvSpPr/>
          <p:nvPr/>
        </p:nvSpPr>
        <p:spPr>
          <a:xfrm>
            <a:off x="475488" y="5577840"/>
            <a:ext cx="1197864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6B7480"/>
                </a:solidFill>
                <a:latin typeface="Goetheanum Schrift Klar" pitchFamily="34" charset="0"/>
                <a:ea typeface="Goetheanum Schrift Klar" pitchFamily="34" charset="-122"/>
                <a:cs typeface="Goetheanum Schrift Klar" pitchFamily="34" charset="-120"/>
              </a:rPr>
              <a:t>Nur mit Augen</a:t>
            </a:r>
            <a:endParaRPr lang="en-US" sz="900" dirty="0"/>
          </a:p>
        </p:txBody>
      </p:sp>
      <p:sp>
        <p:nvSpPr>
          <p:cNvPr id="32" name="Text 30"/>
          <p:cNvSpPr/>
          <p:nvPr/>
        </p:nvSpPr>
        <p:spPr>
          <a:xfrm>
            <a:off x="1755648" y="4663440"/>
            <a:ext cx="10515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dirty="0">
                <a:solidFill>
                  <a:srgbClr val="1A1A1A"/>
                </a:solidFill>
                <a:latin typeface="Goetheanum Icons" pitchFamily="34" charset="0"/>
                <a:ea typeface="Goetheanum Icons" pitchFamily="34" charset="-122"/>
                <a:cs typeface="Goetheanum Icons" pitchFamily="34" charset="-120"/>
              </a:rPr>
              <a:t>q</a:t>
            </a:r>
            <a:endParaRPr lang="en-US" sz="3200" dirty="0"/>
          </a:p>
        </p:txBody>
      </p:sp>
      <p:sp>
        <p:nvSpPr>
          <p:cNvPr id="33" name="Text 31"/>
          <p:cNvSpPr/>
          <p:nvPr/>
        </p:nvSpPr>
        <p:spPr>
          <a:xfrm>
            <a:off x="1755648" y="5349240"/>
            <a:ext cx="10515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005EB8"/>
                </a:solidFill>
                <a:latin typeface="Goetheanum Schrift Deutlich" pitchFamily="34" charset="0"/>
                <a:ea typeface="Goetheanum Schrift Deutlich" pitchFamily="34" charset="-122"/>
                <a:cs typeface="Goetheanum Schrift Deutlich" pitchFamily="34" charset="-120"/>
              </a:rPr>
              <a:t>q</a:t>
            </a:r>
            <a:endParaRPr lang="en-US" sz="900" dirty="0"/>
          </a:p>
        </p:txBody>
      </p:sp>
      <p:sp>
        <p:nvSpPr>
          <p:cNvPr id="34" name="Text 32"/>
          <p:cNvSpPr/>
          <p:nvPr/>
        </p:nvSpPr>
        <p:spPr>
          <a:xfrm>
            <a:off x="1682496" y="5577840"/>
            <a:ext cx="1197864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6B7480"/>
                </a:solidFill>
                <a:latin typeface="Goetheanum Schrift Klar" pitchFamily="34" charset="0"/>
                <a:ea typeface="Goetheanum Schrift Klar" pitchFamily="34" charset="-122"/>
                <a:cs typeface="Goetheanum Schrift Klar" pitchFamily="34" charset="-120"/>
              </a:rPr>
              <a:t>Bitte anfassen</a:t>
            </a:r>
            <a:endParaRPr lang="en-US" sz="900" dirty="0"/>
          </a:p>
        </p:txBody>
      </p:sp>
      <p:sp>
        <p:nvSpPr>
          <p:cNvPr id="35" name="Text 33"/>
          <p:cNvSpPr/>
          <p:nvPr/>
        </p:nvSpPr>
        <p:spPr>
          <a:xfrm>
            <a:off x="2962656" y="4663440"/>
            <a:ext cx="10515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dirty="0">
                <a:solidFill>
                  <a:srgbClr val="1A1A1A"/>
                </a:solidFill>
                <a:latin typeface="Goetheanum Icons" pitchFamily="34" charset="0"/>
                <a:ea typeface="Goetheanum Icons" pitchFamily="34" charset="-122"/>
                <a:cs typeface="Goetheanum Icons" pitchFamily="34" charset="-120"/>
              </a:rPr>
              <a:t>y</a:t>
            </a:r>
            <a:endParaRPr lang="en-US" sz="3200" dirty="0"/>
          </a:p>
        </p:txBody>
      </p:sp>
      <p:sp>
        <p:nvSpPr>
          <p:cNvPr id="36" name="Text 34"/>
          <p:cNvSpPr/>
          <p:nvPr/>
        </p:nvSpPr>
        <p:spPr>
          <a:xfrm>
            <a:off x="2962656" y="5349240"/>
            <a:ext cx="10515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005EB8"/>
                </a:solidFill>
                <a:latin typeface="Goetheanum Schrift Deutlich" pitchFamily="34" charset="0"/>
                <a:ea typeface="Goetheanum Schrift Deutlich" pitchFamily="34" charset="-122"/>
                <a:cs typeface="Goetheanum Schrift Deutlich" pitchFamily="34" charset="-120"/>
              </a:rPr>
              <a:t>y</a:t>
            </a:r>
            <a:endParaRPr lang="en-US" sz="900" dirty="0"/>
          </a:p>
        </p:txBody>
      </p:sp>
      <p:sp>
        <p:nvSpPr>
          <p:cNvPr id="37" name="Text 35"/>
          <p:cNvSpPr/>
          <p:nvPr/>
        </p:nvSpPr>
        <p:spPr>
          <a:xfrm>
            <a:off x="2889504" y="5577840"/>
            <a:ext cx="1197864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6B7480"/>
                </a:solidFill>
                <a:latin typeface="Goetheanum Schrift Klar" pitchFamily="34" charset="0"/>
                <a:ea typeface="Goetheanum Schrift Klar" pitchFamily="34" charset="-122"/>
                <a:cs typeface="Goetheanum Schrift Klar" pitchFamily="34" charset="-120"/>
              </a:rPr>
              <a:t>WC Damen</a:t>
            </a:r>
            <a:endParaRPr lang="en-US" sz="900" dirty="0"/>
          </a:p>
        </p:txBody>
      </p:sp>
      <p:sp>
        <p:nvSpPr>
          <p:cNvPr id="38" name="Text 36"/>
          <p:cNvSpPr/>
          <p:nvPr/>
        </p:nvSpPr>
        <p:spPr>
          <a:xfrm>
            <a:off x="4169664" y="4663440"/>
            <a:ext cx="10515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dirty="0">
                <a:solidFill>
                  <a:srgbClr val="1A1A1A"/>
                </a:solidFill>
                <a:latin typeface="Goetheanum Icons" pitchFamily="34" charset="0"/>
                <a:ea typeface="Goetheanum Icons" pitchFamily="34" charset="-122"/>
                <a:cs typeface="Goetheanum Icons" pitchFamily="34" charset="-120"/>
              </a:rPr>
              <a:t>r</a:t>
            </a:r>
            <a:endParaRPr lang="en-US" sz="3200" dirty="0"/>
          </a:p>
        </p:txBody>
      </p:sp>
      <p:sp>
        <p:nvSpPr>
          <p:cNvPr id="39" name="Text 37"/>
          <p:cNvSpPr/>
          <p:nvPr/>
        </p:nvSpPr>
        <p:spPr>
          <a:xfrm>
            <a:off x="4169664" y="5349240"/>
            <a:ext cx="10515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005EB8"/>
                </a:solidFill>
                <a:latin typeface="Goetheanum Schrift Deutlich" pitchFamily="34" charset="0"/>
                <a:ea typeface="Goetheanum Schrift Deutlich" pitchFamily="34" charset="-122"/>
                <a:cs typeface="Goetheanum Schrift Deutlich" pitchFamily="34" charset="-120"/>
              </a:rPr>
              <a:t>r</a:t>
            </a:r>
            <a:endParaRPr lang="en-US" sz="900" dirty="0"/>
          </a:p>
        </p:txBody>
      </p:sp>
      <p:sp>
        <p:nvSpPr>
          <p:cNvPr id="40" name="Text 38"/>
          <p:cNvSpPr/>
          <p:nvPr/>
        </p:nvSpPr>
        <p:spPr>
          <a:xfrm>
            <a:off x="4096512" y="5577840"/>
            <a:ext cx="1197864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6B7480"/>
                </a:solidFill>
                <a:latin typeface="Goetheanum Schrift Klar" pitchFamily="34" charset="0"/>
                <a:ea typeface="Goetheanum Schrift Klar" pitchFamily="34" charset="-122"/>
                <a:cs typeface="Goetheanum Schrift Klar" pitchFamily="34" charset="-120"/>
              </a:rPr>
              <a:t>Hunde anleinen</a:t>
            </a:r>
            <a:endParaRPr lang="en-US" sz="900" dirty="0"/>
          </a:p>
        </p:txBody>
      </p:sp>
      <p:sp>
        <p:nvSpPr>
          <p:cNvPr id="41" name="Text 39"/>
          <p:cNvSpPr/>
          <p:nvPr/>
        </p:nvSpPr>
        <p:spPr>
          <a:xfrm>
            <a:off x="5376672" y="4663440"/>
            <a:ext cx="10515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dirty="0">
                <a:solidFill>
                  <a:srgbClr val="1A1A1A"/>
                </a:solidFill>
                <a:latin typeface="Goetheanum Icons" pitchFamily="34" charset="0"/>
                <a:ea typeface="Goetheanum Icons" pitchFamily="34" charset="-122"/>
                <a:cs typeface="Goetheanum Icons" pitchFamily="34" charset="-120"/>
              </a:rPr>
              <a:t>z</a:t>
            </a:r>
            <a:endParaRPr lang="en-US" sz="3200" dirty="0"/>
          </a:p>
        </p:txBody>
      </p:sp>
      <p:sp>
        <p:nvSpPr>
          <p:cNvPr id="42" name="Text 40"/>
          <p:cNvSpPr/>
          <p:nvPr/>
        </p:nvSpPr>
        <p:spPr>
          <a:xfrm>
            <a:off x="5376672" y="5349240"/>
            <a:ext cx="10515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005EB8"/>
                </a:solidFill>
                <a:latin typeface="Goetheanum Schrift Deutlich" pitchFamily="34" charset="0"/>
                <a:ea typeface="Goetheanum Schrift Deutlich" pitchFamily="34" charset="-122"/>
                <a:cs typeface="Goetheanum Schrift Deutlich" pitchFamily="34" charset="-120"/>
              </a:rPr>
              <a:t>z</a:t>
            </a:r>
            <a:endParaRPr lang="en-US" sz="900" dirty="0"/>
          </a:p>
        </p:txBody>
      </p:sp>
      <p:sp>
        <p:nvSpPr>
          <p:cNvPr id="43" name="Text 41"/>
          <p:cNvSpPr/>
          <p:nvPr/>
        </p:nvSpPr>
        <p:spPr>
          <a:xfrm>
            <a:off x="5303520" y="5577840"/>
            <a:ext cx="1197864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6B7480"/>
                </a:solidFill>
                <a:latin typeface="Goetheanum Schrift Klar" pitchFamily="34" charset="0"/>
                <a:ea typeface="Goetheanum Schrift Klar" pitchFamily="34" charset="-122"/>
                <a:cs typeface="Goetheanum Schrift Klar" pitchFamily="34" charset="-120"/>
              </a:rPr>
              <a:t>Keine Fotos</a:t>
            </a:r>
            <a:endParaRPr lang="en-US" sz="900" dirty="0"/>
          </a:p>
        </p:txBody>
      </p:sp>
      <p:sp>
        <p:nvSpPr>
          <p:cNvPr id="44" name="Text 42"/>
          <p:cNvSpPr/>
          <p:nvPr/>
        </p:nvSpPr>
        <p:spPr>
          <a:xfrm>
            <a:off x="6583680" y="4663440"/>
            <a:ext cx="10515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dirty="0">
                <a:solidFill>
                  <a:srgbClr val="1A1A1A"/>
                </a:solidFill>
                <a:latin typeface="Goetheanum Icons" pitchFamily="34" charset="0"/>
                <a:ea typeface="Goetheanum Icons" pitchFamily="34" charset="-122"/>
                <a:cs typeface="Goetheanum Icons" pitchFamily="34" charset="-120"/>
              </a:rPr>
              <a:t>t</a:t>
            </a:r>
            <a:endParaRPr lang="en-US" sz="3200" dirty="0"/>
          </a:p>
        </p:txBody>
      </p:sp>
      <p:sp>
        <p:nvSpPr>
          <p:cNvPr id="45" name="Text 43"/>
          <p:cNvSpPr/>
          <p:nvPr/>
        </p:nvSpPr>
        <p:spPr>
          <a:xfrm>
            <a:off x="6583680" y="5349240"/>
            <a:ext cx="10515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005EB8"/>
                </a:solidFill>
                <a:latin typeface="Goetheanum Schrift Deutlich" pitchFamily="34" charset="0"/>
                <a:ea typeface="Goetheanum Schrift Deutlich" pitchFamily="34" charset="-122"/>
                <a:cs typeface="Goetheanum Schrift Deutlich" pitchFamily="34" charset="-120"/>
              </a:rPr>
              <a:t>t</a:t>
            </a:r>
            <a:endParaRPr lang="en-US" sz="900" dirty="0"/>
          </a:p>
        </p:txBody>
      </p:sp>
      <p:sp>
        <p:nvSpPr>
          <p:cNvPr id="46" name="Text 44"/>
          <p:cNvSpPr/>
          <p:nvPr/>
        </p:nvSpPr>
        <p:spPr>
          <a:xfrm>
            <a:off x="6510528" y="5577840"/>
            <a:ext cx="1197864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6B7480"/>
                </a:solidFill>
                <a:latin typeface="Goetheanum Schrift Klar" pitchFamily="34" charset="0"/>
                <a:ea typeface="Goetheanum Schrift Klar" pitchFamily="34" charset="-122"/>
                <a:cs typeface="Goetheanum Schrift Klar" pitchFamily="34" charset="-120"/>
              </a:rPr>
              <a:t>Keine Hunde</a:t>
            </a:r>
            <a:endParaRPr lang="en-US" sz="900" dirty="0"/>
          </a:p>
        </p:txBody>
      </p:sp>
      <p:sp>
        <p:nvSpPr>
          <p:cNvPr id="47" name="Text 45"/>
          <p:cNvSpPr/>
          <p:nvPr/>
        </p:nvSpPr>
        <p:spPr>
          <a:xfrm>
            <a:off x="7790688" y="4663440"/>
            <a:ext cx="10515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dirty="0">
                <a:solidFill>
                  <a:srgbClr val="1A1A1A"/>
                </a:solidFill>
                <a:latin typeface="Goetheanum Icons" pitchFamily="34" charset="0"/>
                <a:ea typeface="Goetheanum Icons" pitchFamily="34" charset="-122"/>
                <a:cs typeface="Goetheanum Icons" pitchFamily="34" charset="-120"/>
              </a:rPr>
              <a:t>u</a:t>
            </a:r>
            <a:endParaRPr lang="en-US" sz="3200" dirty="0"/>
          </a:p>
        </p:txBody>
      </p:sp>
      <p:sp>
        <p:nvSpPr>
          <p:cNvPr id="48" name="Text 46"/>
          <p:cNvSpPr/>
          <p:nvPr/>
        </p:nvSpPr>
        <p:spPr>
          <a:xfrm>
            <a:off x="7790688" y="5349240"/>
            <a:ext cx="10515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005EB8"/>
                </a:solidFill>
                <a:latin typeface="Goetheanum Schrift Deutlich" pitchFamily="34" charset="0"/>
                <a:ea typeface="Goetheanum Schrift Deutlich" pitchFamily="34" charset="-122"/>
                <a:cs typeface="Goetheanum Schrift Deutlich" pitchFamily="34" charset="-120"/>
              </a:rPr>
              <a:t>u</a:t>
            </a:r>
            <a:endParaRPr lang="en-US" sz="900" dirty="0"/>
          </a:p>
        </p:txBody>
      </p:sp>
      <p:sp>
        <p:nvSpPr>
          <p:cNvPr id="49" name="Text 47"/>
          <p:cNvSpPr/>
          <p:nvPr/>
        </p:nvSpPr>
        <p:spPr>
          <a:xfrm>
            <a:off x="7717536" y="5577840"/>
            <a:ext cx="1197864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6B7480"/>
                </a:solidFill>
                <a:latin typeface="Goetheanum Schrift Klar" pitchFamily="34" charset="0"/>
                <a:ea typeface="Goetheanum Schrift Klar" pitchFamily="34" charset="-122"/>
                <a:cs typeface="Goetheanum Schrift Klar" pitchFamily="34" charset="-120"/>
              </a:rPr>
              <a:t>Draussen essen</a:t>
            </a:r>
            <a:endParaRPr lang="en-US" sz="900" dirty="0"/>
          </a:p>
        </p:txBody>
      </p:sp>
      <p:sp>
        <p:nvSpPr>
          <p:cNvPr id="50" name="Text 48"/>
          <p:cNvSpPr/>
          <p:nvPr/>
        </p:nvSpPr>
        <p:spPr>
          <a:xfrm>
            <a:off x="8997696" y="4663440"/>
            <a:ext cx="10515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dirty="0">
                <a:solidFill>
                  <a:srgbClr val="1A1A1A"/>
                </a:solidFill>
                <a:latin typeface="Goetheanum Icons" pitchFamily="34" charset="0"/>
                <a:ea typeface="Goetheanum Icons" pitchFamily="34" charset="-122"/>
                <a:cs typeface="Goetheanum Icons" pitchFamily="34" charset="-120"/>
              </a:rPr>
              <a:t>j</a:t>
            </a:r>
            <a:endParaRPr lang="en-US" sz="3200" dirty="0"/>
          </a:p>
        </p:txBody>
      </p:sp>
      <p:sp>
        <p:nvSpPr>
          <p:cNvPr id="51" name="Text 49"/>
          <p:cNvSpPr/>
          <p:nvPr/>
        </p:nvSpPr>
        <p:spPr>
          <a:xfrm>
            <a:off x="8997696" y="5349240"/>
            <a:ext cx="10515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005EB8"/>
                </a:solidFill>
                <a:latin typeface="Goetheanum Schrift Deutlich" pitchFamily="34" charset="0"/>
                <a:ea typeface="Goetheanum Schrift Deutlich" pitchFamily="34" charset="-122"/>
                <a:cs typeface="Goetheanum Schrift Deutlich" pitchFamily="34" charset="-120"/>
              </a:rPr>
              <a:t>j</a:t>
            </a:r>
            <a:endParaRPr lang="en-US" sz="900" dirty="0"/>
          </a:p>
        </p:txBody>
      </p:sp>
      <p:sp>
        <p:nvSpPr>
          <p:cNvPr id="52" name="Text 50"/>
          <p:cNvSpPr/>
          <p:nvPr/>
        </p:nvSpPr>
        <p:spPr>
          <a:xfrm>
            <a:off x="8924544" y="5577840"/>
            <a:ext cx="1197864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6B7480"/>
                </a:solidFill>
                <a:latin typeface="Goetheanum Schrift Klar" pitchFamily="34" charset="0"/>
                <a:ea typeface="Goetheanum Schrift Klar" pitchFamily="34" charset="-122"/>
                <a:cs typeface="Goetheanum Schrift Klar" pitchFamily="34" charset="-120"/>
              </a:rPr>
              <a:t>Papier</a:t>
            </a:r>
            <a:endParaRPr lang="en-US" sz="900" dirty="0"/>
          </a:p>
        </p:txBody>
      </p:sp>
      <p:sp>
        <p:nvSpPr>
          <p:cNvPr id="53" name="Text 51"/>
          <p:cNvSpPr/>
          <p:nvPr/>
        </p:nvSpPr>
        <p:spPr>
          <a:xfrm>
            <a:off x="548640" y="6263640"/>
            <a:ext cx="8686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480"/>
                </a:solidFill>
                <a:latin typeface="Goetheanum Schrift Klar" pitchFamily="34" charset="0"/>
                <a:ea typeface="Goetheanum Schrift Klar" pitchFamily="34" charset="-122"/>
                <a:cs typeface="Goetheanum Schrift Klar" pitchFamily="34" charset="-120"/>
              </a:rPr>
              <a:t>Grossbuchstaben setzen dasselbe Zeichen mit Beschriftung. Pfeile und Kompass: Schrift ‹Goetheanum Pfeile›.</a:t>
            </a:r>
            <a:endParaRPr lang="en-US" sz="900" dirty="0"/>
          </a:p>
        </p:txBody>
      </p:sp>
      <p:sp>
        <p:nvSpPr>
          <p:cNvPr id="54" name="Text 52"/>
          <p:cNvSpPr/>
          <p:nvPr/>
        </p:nvSpPr>
        <p:spPr>
          <a:xfrm>
            <a:off x="548640" y="653796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6B7480"/>
                </a:solidFill>
                <a:latin typeface="Goetheanum Schrift Klar" pitchFamily="34" charset="0"/>
                <a:ea typeface="Goetheanum Schrift Klar" pitchFamily="34" charset="-122"/>
                <a:cs typeface="Goetheanum Schrift Klar" pitchFamily="34" charset="-120"/>
              </a:rPr>
              <a:t>Alle Zeichen, Belegung und Installation: </a:t>
            </a:r>
            <a:pPr indent="0" marL="0">
              <a:buNone/>
            </a:pPr>
            <a:r>
              <a:rPr lang="en-US" sz="1300" dirty="0">
                <a:solidFill>
                  <a:srgbClr val="005EB8"/>
                </a:solidFill>
                <a:latin typeface="Goetheanum Schrift Klar" pitchFamily="34" charset="0"/>
                <a:ea typeface="Goetheanum Schrift Klar" pitchFamily="34" charset="-122"/>
                <a:cs typeface="Goetheanum Schrift Klar" pitchFamily="34" charset="-120"/>
                <a:hlinkClick r:id="rId1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‹Schriften und Piktogramme›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9747504" y="6995160"/>
            <a:ext cx="393192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anchor="ctr"/>
          <a:lstStyle>
            <a:lvl1pPr>
              <a:defRPr sz="900">
                <a:solidFill>
                  <a:srgbClr val="6B7480"/>
                </a:solidFill>
                <a:latin typeface="Goetheanum Schrift Klar"/>
                <a:ea typeface="Goetheanum Schrift Klar"/>
                <a:cs typeface="Goetheanum Schrift Klar"/>
              </a:defRPr>
            </a:lvl1pPr>
          </a:lstStyle>
          <a:p>
            <a:pPr algn="l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2" type="body" hasCustomPrompt="1"/>
          </p:nvPr>
        </p:nvSpPr>
        <p:spPr>
          <a:xfrm>
            <a:off x="2560320" y="1143000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300" dirty="0">
                <a:solidFill>
                  <a:srgbClr val="005EB8"/>
                </a:solidFill>
                <a:latin typeface="Goetheanum Schrift Klar" pitchFamily="34" charset="0"/>
                <a:ea typeface="Goetheanum Schrift Klar" pitchFamily="34" charset="-122"/>
                <a:cs typeface="Goetheanum Schrift Klar" pitchFamily="34" charset="-120"/>
              </a:rPr>
              <a:t>Agenda</a:t>
            </a:r>
            <a:endParaRPr lang="en-US" sz="1300" dirty="0"/>
          </a:p>
        </p:txBody>
      </p:sp>
      <p:sp>
        <p:nvSpPr>
          <p:cNvPr id="3" name="Text 1"/>
          <p:cNvSpPr/>
          <p:nvPr>
            <p:ph idx="103" type="title" hasCustomPrompt="1"/>
          </p:nvPr>
        </p:nvSpPr>
        <p:spPr>
          <a:xfrm>
            <a:off x="2560320" y="1463040"/>
            <a:ext cx="7580376" cy="59436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800" dirty="0">
                <a:solidFill>
                  <a:srgbClr val="1A1A1A"/>
                </a:solidFill>
                <a:latin typeface="Goetheanum Schrift Deutlich" pitchFamily="34" charset="0"/>
                <a:ea typeface="Goetheanum Schrift Deutlich" pitchFamily="34" charset="-122"/>
                <a:cs typeface="Goetheanum Schrift Deutlich" pitchFamily="34" charset="-120"/>
              </a:rPr>
              <a:t>Worüber wir sprechen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2560320" y="2788920"/>
            <a:ext cx="777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6B7480"/>
                </a:solidFill>
                <a:latin typeface="Goetheanum Schrift Leise" pitchFamily="34" charset="0"/>
                <a:ea typeface="Goetheanum Schrift Leise" pitchFamily="34" charset="-122"/>
                <a:cs typeface="Goetheanum Schrift Leise" pitchFamily="34" charset="-120"/>
              </a:rPr>
              <a:t>1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3566160" y="2788920"/>
            <a:ext cx="47548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2600" dirty="0">
                <a:solidFill>
                  <a:srgbClr val="1A1A1A"/>
                </a:solidFill>
                <a:latin typeface="Goetheanum Schrift Deutlich" pitchFamily="34" charset="0"/>
                <a:ea typeface="Goetheanum Schrift Deutlich" pitchFamily="34" charset="-122"/>
                <a:cs typeface="Goetheanum Schrift Deutlich" pitchFamily="34" charset="-120"/>
              </a:rPr>
              <a:t>Rückblick</a:t>
            </a:r>
            <a:endParaRPr lang="en-US" sz="13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500" dirty="0">
                <a:solidFill>
                  <a:srgbClr val="6B7480"/>
                </a:solidFill>
                <a:latin typeface="Goetheanum Schrift Leise" pitchFamily="34" charset="0"/>
                <a:ea typeface="Goetheanum Schrift Leise" pitchFamily="34" charset="-122"/>
                <a:cs typeface="Goetheanum Schrift Leise" pitchFamily="34" charset="-120"/>
              </a:rPr>
              <a:t>Was das Jahr geprägt hat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2560320" y="3749040"/>
            <a:ext cx="777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6B7480"/>
                </a:solidFill>
                <a:latin typeface="Goetheanum Schrift Leise" pitchFamily="34" charset="0"/>
                <a:ea typeface="Goetheanum Schrift Leise" pitchFamily="34" charset="-122"/>
                <a:cs typeface="Goetheanum Schrift Leise" pitchFamily="34" charset="-120"/>
              </a:rPr>
              <a:t>2</a:t>
            </a:r>
            <a:endParaRPr lang="en-US" sz="2600" dirty="0"/>
          </a:p>
        </p:txBody>
      </p:sp>
      <p:sp>
        <p:nvSpPr>
          <p:cNvPr id="7" name="Text 5"/>
          <p:cNvSpPr/>
          <p:nvPr/>
        </p:nvSpPr>
        <p:spPr>
          <a:xfrm>
            <a:off x="3566160" y="3749040"/>
            <a:ext cx="47548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2600" dirty="0">
                <a:solidFill>
                  <a:srgbClr val="1A1A1A"/>
                </a:solidFill>
                <a:latin typeface="Goetheanum Schrift Deutlich" pitchFamily="34" charset="0"/>
                <a:ea typeface="Goetheanum Schrift Deutlich" pitchFamily="34" charset="-122"/>
                <a:cs typeface="Goetheanum Schrift Deutlich" pitchFamily="34" charset="-120"/>
              </a:rPr>
              <a:t>Zahlen</a:t>
            </a:r>
            <a:endParaRPr lang="en-US" sz="13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500" dirty="0">
                <a:solidFill>
                  <a:srgbClr val="6B7480"/>
                </a:solidFill>
                <a:latin typeface="Goetheanum Schrift Leise" pitchFamily="34" charset="0"/>
                <a:ea typeface="Goetheanum Schrift Leise" pitchFamily="34" charset="-122"/>
                <a:cs typeface="Goetheanum Schrift Leise" pitchFamily="34" charset="-120"/>
              </a:rPr>
              <a:t>Ergebnis, Bilanz, Entwicklung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2560320" y="4709160"/>
            <a:ext cx="777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6B7480"/>
                </a:solidFill>
                <a:latin typeface="Goetheanum Schrift Leise" pitchFamily="34" charset="0"/>
                <a:ea typeface="Goetheanum Schrift Leise" pitchFamily="34" charset="-122"/>
                <a:cs typeface="Goetheanum Schrift Leise" pitchFamily="34" charset="-120"/>
              </a:rPr>
              <a:t>3</a:t>
            </a:r>
            <a:endParaRPr lang="en-US" sz="2600" dirty="0"/>
          </a:p>
        </p:txBody>
      </p:sp>
      <p:sp>
        <p:nvSpPr>
          <p:cNvPr id="9" name="Text 7"/>
          <p:cNvSpPr/>
          <p:nvPr/>
        </p:nvSpPr>
        <p:spPr>
          <a:xfrm>
            <a:off x="3566160" y="4709160"/>
            <a:ext cx="47548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2600" dirty="0">
                <a:solidFill>
                  <a:srgbClr val="1A1A1A"/>
                </a:solidFill>
                <a:latin typeface="Goetheanum Schrift Deutlich" pitchFamily="34" charset="0"/>
                <a:ea typeface="Goetheanum Schrift Deutlich" pitchFamily="34" charset="-122"/>
                <a:cs typeface="Goetheanum Schrift Deutlich" pitchFamily="34" charset="-120"/>
              </a:rPr>
              <a:t>Einordnung</a:t>
            </a:r>
            <a:endParaRPr lang="en-US" sz="13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500" dirty="0">
                <a:solidFill>
                  <a:srgbClr val="6B7480"/>
                </a:solidFill>
                <a:latin typeface="Goetheanum Schrift Leise" pitchFamily="34" charset="0"/>
                <a:ea typeface="Goetheanum Schrift Leise" pitchFamily="34" charset="-122"/>
                <a:cs typeface="Goetheanum Schrift Leise" pitchFamily="34" charset="-120"/>
              </a:rPr>
              <a:t>Was die Zahlen bedeuten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2560320" y="5669280"/>
            <a:ext cx="777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6B7480"/>
                </a:solidFill>
                <a:latin typeface="Goetheanum Schrift Leise" pitchFamily="34" charset="0"/>
                <a:ea typeface="Goetheanum Schrift Leise" pitchFamily="34" charset="-122"/>
                <a:cs typeface="Goetheanum Schrift Leise" pitchFamily="34" charset="-120"/>
              </a:rPr>
              <a:t>4</a:t>
            </a:r>
            <a:endParaRPr lang="en-US" sz="2600" dirty="0"/>
          </a:p>
        </p:txBody>
      </p:sp>
      <p:sp>
        <p:nvSpPr>
          <p:cNvPr id="11" name="Text 9"/>
          <p:cNvSpPr/>
          <p:nvPr/>
        </p:nvSpPr>
        <p:spPr>
          <a:xfrm>
            <a:off x="3566160" y="5669280"/>
            <a:ext cx="47548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2600" dirty="0">
                <a:solidFill>
                  <a:srgbClr val="1A1A1A"/>
                </a:solidFill>
                <a:latin typeface="Goetheanum Schrift Deutlich" pitchFamily="34" charset="0"/>
                <a:ea typeface="Goetheanum Schrift Deutlich" pitchFamily="34" charset="-122"/>
                <a:cs typeface="Goetheanum Schrift Deutlich" pitchFamily="34" charset="-120"/>
              </a:rPr>
              <a:t>Ausblick</a:t>
            </a:r>
            <a:endParaRPr lang="en-US" sz="13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500" dirty="0">
                <a:solidFill>
                  <a:srgbClr val="6B7480"/>
                </a:solidFill>
                <a:latin typeface="Goetheanum Schrift Leise" pitchFamily="34" charset="0"/>
                <a:ea typeface="Goetheanum Schrift Leise" pitchFamily="34" charset="-122"/>
                <a:cs typeface="Goetheanum Schrift Leise" pitchFamily="34" charset="-120"/>
              </a:rPr>
              <a:t>Budget und nächste Schritte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9747504" y="6995160"/>
            <a:ext cx="393192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anchor="ctr"/>
          <a:lstStyle>
            <a:lvl1pPr>
              <a:defRPr sz="900">
                <a:solidFill>
                  <a:srgbClr val="6B7480"/>
                </a:solidFill>
                <a:latin typeface="Goetheanum Schrift Klar"/>
                <a:ea typeface="Goetheanum Schrift Klar"/>
                <a:cs typeface="Goetheanum Schrift Klar"/>
              </a:defRPr>
            </a:lvl1pPr>
          </a:lstStyle>
          <a:p>
            <a:pPr algn="l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2" type="body" hasCustomPrompt="1"/>
          </p:nvPr>
        </p:nvSpPr>
        <p:spPr>
          <a:xfrm>
            <a:off x="3081528" y="1828800"/>
            <a:ext cx="2743200" cy="146304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5000" dirty="0">
                <a:solidFill>
                  <a:srgbClr val="4D90D6"/>
                </a:solidFill>
                <a:latin typeface="Goetheanum Schrift Leise" pitchFamily="34" charset="0"/>
                <a:ea typeface="Goetheanum Schrift Leise" pitchFamily="34" charset="-122"/>
                <a:cs typeface="Goetheanum Schrift Leise" pitchFamily="34" charset="-120"/>
              </a:rPr>
              <a:t>1</a:t>
            </a:r>
            <a:endParaRPr lang="en-US" sz="5000" dirty="0"/>
          </a:p>
        </p:txBody>
      </p:sp>
      <p:sp>
        <p:nvSpPr>
          <p:cNvPr id="3" name="Text 1"/>
          <p:cNvSpPr/>
          <p:nvPr>
            <p:ph idx="103" type="title" hasCustomPrompt="1"/>
          </p:nvPr>
        </p:nvSpPr>
        <p:spPr>
          <a:xfrm>
            <a:off x="3081528" y="3383280"/>
            <a:ext cx="7059168" cy="64008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2600" dirty="0">
                <a:solidFill>
                  <a:srgbClr val="FFFFFF"/>
                </a:solidFill>
                <a:latin typeface="Goetheanum Schrift Deutlich" pitchFamily="34" charset="0"/>
                <a:ea typeface="Goetheanum Schrift Deutlich" pitchFamily="34" charset="-122"/>
                <a:cs typeface="Goetheanum Schrift Deutlich" pitchFamily="34" charset="-120"/>
              </a:rPr>
              <a:t>Titel des Kapitels</a:t>
            </a:r>
            <a:endParaRPr lang="en-US" sz="2600" dirty="0"/>
          </a:p>
        </p:txBody>
      </p:sp>
      <p:sp>
        <p:nvSpPr>
          <p:cNvPr id="4" name="Text 1"/>
          <p:cNvSpPr/>
          <p:nvPr>
            <p:ph idx="104" type="body" hasCustomPrompt="1"/>
          </p:nvPr>
        </p:nvSpPr>
        <p:spPr>
          <a:xfrm>
            <a:off x="3081528" y="4114800"/>
            <a:ext cx="6400800" cy="41148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800" dirty="0">
                <a:solidFill>
                  <a:srgbClr val="BFD7F0"/>
                </a:solidFill>
                <a:latin typeface="Goetheanum Schrift Leise" pitchFamily="34" charset="0"/>
                <a:ea typeface="Goetheanum Schrift Leise" pitchFamily="34" charset="-122"/>
                <a:cs typeface="Goetheanum Schrift Leise" pitchFamily="34" charset="-120"/>
              </a:rPr>
              <a:t>Ein Satz, der das Kapitel öffnet.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9747504" y="6995160"/>
            <a:ext cx="393192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anchor="ctr"/>
          <a:lstStyle>
            <a:lvl1pPr>
              <a:defRPr sz="900">
                <a:solidFill>
                  <a:srgbClr val="9CC3EC"/>
                </a:solidFill>
                <a:latin typeface="Goetheanum Schrift Klar"/>
                <a:ea typeface="Goetheanum Schrift Klar"/>
                <a:cs typeface="Goetheanum Schrift Klar"/>
              </a:defRPr>
            </a:lvl1pPr>
          </a:lstStyle>
          <a:p>
            <a:pPr algn="l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2" type="body" hasCustomPrompt="1"/>
          </p:nvPr>
        </p:nvSpPr>
        <p:spPr>
          <a:xfrm>
            <a:off x="548640" y="1143000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300" dirty="0">
                <a:solidFill>
                  <a:srgbClr val="005EB8"/>
                </a:solidFill>
                <a:latin typeface="Goetheanum Schrift Klar" pitchFamily="34" charset="0"/>
                <a:ea typeface="Goetheanum Schrift Klar" pitchFamily="34" charset="-122"/>
                <a:cs typeface="Goetheanum Schrift Klar" pitchFamily="34" charset="-120"/>
              </a:rPr>
              <a:t>Kapitel 1</a:t>
            </a:r>
            <a:endParaRPr lang="en-US" sz="1300" dirty="0"/>
          </a:p>
        </p:txBody>
      </p:sp>
      <p:sp>
        <p:nvSpPr>
          <p:cNvPr id="3" name="Text 1"/>
          <p:cNvSpPr/>
          <p:nvPr>
            <p:ph idx="103" type="title" hasCustomPrompt="1"/>
          </p:nvPr>
        </p:nvSpPr>
        <p:spPr>
          <a:xfrm>
            <a:off x="548640" y="1463040"/>
            <a:ext cx="9592056" cy="59436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2600" dirty="0">
                <a:solidFill>
                  <a:srgbClr val="1A1A1A"/>
                </a:solidFill>
                <a:latin typeface="Goetheanum Schrift Deutlich" pitchFamily="34" charset="0"/>
                <a:ea typeface="Goetheanum Schrift Deutlich" pitchFamily="34" charset="-122"/>
                <a:cs typeface="Goetheanum Schrift Deutlich" pitchFamily="34" charset="-120"/>
              </a:rPr>
              <a:t>Folientitel in Deutlich 26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548640" y="2331720"/>
            <a:ext cx="60350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800" dirty="0">
                <a:solidFill>
                  <a:srgbClr val="6B7480"/>
                </a:solidFill>
                <a:latin typeface="Goetheanum Schrift Leise" pitchFamily="34" charset="0"/>
                <a:ea typeface="Goetheanum Schrift Leise" pitchFamily="34" charset="-122"/>
                <a:cs typeface="Goetheanum Schrift Leise" pitchFamily="34" charset="-120"/>
              </a:rPr>
              <a:t>Der Vorspann steht in Leise 18.</a:t>
            </a:r>
            <a:endParaRPr lang="en-US" sz="18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800" dirty="0">
                <a:solidFill>
                  <a:srgbClr val="6B7480"/>
                </a:solidFill>
                <a:latin typeface="Goetheanum Schrift Leise" pitchFamily="34" charset="0"/>
                <a:ea typeface="Goetheanum Schrift Leise" pitchFamily="34" charset="-122"/>
                <a:cs typeface="Goetheanum Schrift Leise" pitchFamily="34" charset="-120"/>
              </a:rPr>
              <a:t>Er fasst die Folie in zwei Zeilen.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548640" y="3429000"/>
            <a:ext cx="475488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spcAft>
                <a:spcPts val="800"/>
              </a:spcAft>
              <a:buNone/>
            </a:pPr>
            <a:r>
              <a:rPr lang="en-US" sz="1300" dirty="0">
                <a:solidFill>
                  <a:srgbClr val="1A1A1A"/>
                </a:solidFill>
                <a:latin typeface="Goetheanum Schrift Klar" pitchFamily="34" charset="0"/>
                <a:ea typeface="Goetheanum Schrift Klar" pitchFamily="34" charset="-122"/>
                <a:cs typeface="Goetheanum Schrift Klar" pitchFamily="34" charset="-120"/>
              </a:rPr>
              <a:t>Fliesstext steht in Klar 13, linksbündig.</a:t>
            </a:r>
            <a:endParaRPr lang="en-US" sz="1300" dirty="0"/>
          </a:p>
          <a:p>
            <a:pPr indent="0" marL="0">
              <a:lnSpc>
                <a:spcPct val="125000"/>
              </a:lnSpc>
              <a:spcAft>
                <a:spcPts val="800"/>
              </a:spcAft>
              <a:buNone/>
            </a:pPr>
            <a:r>
              <a:rPr lang="en-US" sz="1300" dirty="0">
                <a:solidFill>
                  <a:srgbClr val="1A1A1A"/>
                </a:solidFill>
                <a:latin typeface="Goetheanum Schrift Klar" pitchFamily="34" charset="0"/>
                <a:ea typeface="Goetheanum Schrift Klar" pitchFamily="34" charset="-122"/>
                <a:cs typeface="Goetheanum Schrift Klar" pitchFamily="34" charset="-120"/>
              </a:rPr>
              <a:t>Zeilen bleiben kurz: sechs bis sieben Worte.</a:t>
            </a:r>
            <a:endParaRPr lang="en-US" sz="1300" dirty="0"/>
          </a:p>
          <a:p>
            <a:pPr indent="0" marL="0">
              <a:lnSpc>
                <a:spcPct val="125000"/>
              </a:lnSpc>
              <a:spcAft>
                <a:spcPts val="600"/>
              </a:spcAft>
              <a:buNone/>
            </a:pPr>
            <a:r>
              <a:rPr lang="en-US" sz="1300" dirty="0">
                <a:solidFill>
                  <a:srgbClr val="1A1A1A"/>
                </a:solidFill>
                <a:latin typeface="Goetheanum Schrift Klar" pitchFamily="34" charset="0"/>
                <a:ea typeface="Goetheanum Schrift Klar" pitchFamily="34" charset="-122"/>
                <a:cs typeface="Goetheanum Schrift Klar" pitchFamily="34" charset="-120"/>
              </a:rPr>
              <a:t>Aufzählungen nur, wenn wirklich gezählt wird:</a:t>
            </a:r>
            <a:endParaRPr lang="en-US" sz="1300" dirty="0"/>
          </a:p>
          <a:p>
            <a:pPr marL="177800" indent="-177800">
              <a:lnSpc>
                <a:spcPct val="125000"/>
              </a:lnSpc>
              <a:spcAft>
                <a:spcPts val="400"/>
              </a:spcAft>
              <a:buSzPct val="100000"/>
              <a:buChar char="–"/>
            </a:pPr>
            <a:r>
              <a:rPr lang="en-US" sz="1300" dirty="0">
                <a:solidFill>
                  <a:srgbClr val="1A1A1A"/>
                </a:solidFill>
                <a:latin typeface="Goetheanum Schrift Klar" pitchFamily="34" charset="0"/>
                <a:ea typeface="Goetheanum Schrift Klar" pitchFamily="34" charset="-122"/>
                <a:cs typeface="Goetheanum Schrift Klar" pitchFamily="34" charset="-120"/>
              </a:rPr>
              <a:t>Erster Punkt, knapp formuliert</a:t>
            </a:r>
            <a:endParaRPr lang="en-US" sz="1300" dirty="0"/>
          </a:p>
          <a:p>
            <a:pPr marL="177800" indent="-177800">
              <a:lnSpc>
                <a:spcPct val="125000"/>
              </a:lnSpc>
              <a:spcAft>
                <a:spcPts val="400"/>
              </a:spcAft>
              <a:buSzPct val="100000"/>
              <a:buChar char="–"/>
            </a:pPr>
            <a:r>
              <a:rPr lang="en-US" sz="1300" dirty="0">
                <a:solidFill>
                  <a:srgbClr val="1A1A1A"/>
                </a:solidFill>
                <a:latin typeface="Goetheanum Schrift Klar" pitchFamily="34" charset="0"/>
                <a:ea typeface="Goetheanum Schrift Klar" pitchFamily="34" charset="-122"/>
                <a:cs typeface="Goetheanum Schrift Klar" pitchFamily="34" charset="-120"/>
              </a:rPr>
              <a:t>Zweiter Punkt, ohne Schachtelung</a:t>
            </a:r>
            <a:endParaRPr lang="en-US" sz="1300" dirty="0"/>
          </a:p>
          <a:p>
            <a:pPr marL="177800" indent="-177800">
              <a:lnSpc>
                <a:spcPct val="125000"/>
              </a:lnSpc>
              <a:buSzPct val="100000"/>
              <a:buChar char="–"/>
            </a:pPr>
            <a:r>
              <a:rPr lang="en-US" sz="1300" dirty="0">
                <a:solidFill>
                  <a:srgbClr val="1A1A1A"/>
                </a:solidFill>
                <a:latin typeface="Goetheanum Schrift Klar" pitchFamily="34" charset="0"/>
                <a:ea typeface="Goetheanum Schrift Klar" pitchFamily="34" charset="-122"/>
                <a:cs typeface="Goetheanum Schrift Klar" pitchFamily="34" charset="-120"/>
              </a:rPr>
              <a:t>Dritter Punkt, höchstens fünf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6126480" y="3429000"/>
            <a:ext cx="3657600" cy="2011680"/>
          </a:xfrm>
          <a:prstGeom prst="roundRect">
            <a:avLst>
              <a:gd name="adj" fmla="val 3636"/>
            </a:avLst>
          </a:prstGeom>
          <a:solidFill>
            <a:srgbClr val="EEF4FB"/>
          </a:solidFill>
          <a:ln/>
        </p:spPr>
      </p:sp>
      <p:sp>
        <p:nvSpPr>
          <p:cNvPr id="7" name="Text 5"/>
          <p:cNvSpPr/>
          <p:nvPr/>
        </p:nvSpPr>
        <p:spPr>
          <a:xfrm>
            <a:off x="6400800" y="3703320"/>
            <a:ext cx="310896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spcAft>
                <a:spcPts val="800"/>
              </a:spcAft>
              <a:buNone/>
            </a:pPr>
            <a:r>
              <a:rPr lang="en-US" sz="1300" dirty="0">
                <a:solidFill>
                  <a:srgbClr val="005EB8"/>
                </a:solidFill>
                <a:latin typeface="Goetheanum Schrift Deutlich" pitchFamily="34" charset="0"/>
                <a:ea typeface="Goetheanum Schrift Deutlich" pitchFamily="34" charset="-122"/>
                <a:cs typeface="Goetheanum Schrift Deutlich" pitchFamily="34" charset="-120"/>
              </a:rPr>
              <a:t>Merkkasten</a:t>
            </a:r>
            <a:endParaRPr lang="en-US" sz="13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300" dirty="0">
                <a:solidFill>
                  <a:srgbClr val="1A1A1A"/>
                </a:solidFill>
                <a:latin typeface="Goetheanum Schrift Klar" pitchFamily="34" charset="0"/>
                <a:ea typeface="Goetheanum Schrift Klar" pitchFamily="34" charset="-122"/>
                <a:cs typeface="Goetheanum Schrift Klar" pitchFamily="34" charset="-120"/>
              </a:rPr>
              <a:t>Eine Kernaussage, die bleiben soll.</a:t>
            </a:r>
            <a:endParaRPr lang="en-US" sz="13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300" dirty="0">
                <a:solidFill>
                  <a:srgbClr val="1A1A1A"/>
                </a:solidFill>
                <a:latin typeface="Goetheanum Schrift Klar" pitchFamily="34" charset="0"/>
                <a:ea typeface="Goetheanum Schrift Klar" pitchFamily="34" charset="-122"/>
                <a:cs typeface="Goetheanum Schrift Klar" pitchFamily="34" charset="-120"/>
              </a:rPr>
              <a:t>Hervorgehoben im Blau-Tint,</a:t>
            </a:r>
            <a:endParaRPr lang="en-US" sz="13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300" dirty="0">
                <a:solidFill>
                  <a:srgbClr val="1A1A1A"/>
                </a:solidFill>
                <a:latin typeface="Goetheanum Schrift Klar" pitchFamily="34" charset="0"/>
                <a:ea typeface="Goetheanum Schrift Klar" pitchFamily="34" charset="-122"/>
                <a:cs typeface="Goetheanum Schrift Klar" pitchFamily="34" charset="-120"/>
              </a:rPr>
              <a:t>betont allein durch die Fette.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9747504" y="6995160"/>
            <a:ext cx="393192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anchor="ctr"/>
          <a:lstStyle>
            <a:lvl1pPr>
              <a:defRPr sz="900">
                <a:solidFill>
                  <a:srgbClr val="6B7480"/>
                </a:solidFill>
                <a:latin typeface="Goetheanum Schrift Klar"/>
                <a:ea typeface="Goetheanum Schrift Klar"/>
                <a:cs typeface="Goetheanum Schrift Klar"/>
              </a:defRPr>
            </a:lvl1pPr>
          </a:lstStyle>
          <a:p>
            <a:pPr algn="l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2" type="body" hasCustomPrompt="1"/>
          </p:nvPr>
        </p:nvSpPr>
        <p:spPr>
          <a:xfrm>
            <a:off x="548640" y="1143000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300" dirty="0">
                <a:solidFill>
                  <a:srgbClr val="005EB8"/>
                </a:solidFill>
                <a:latin typeface="Goetheanum Schrift Klar" pitchFamily="34" charset="0"/>
                <a:ea typeface="Goetheanum Schrift Klar" pitchFamily="34" charset="-122"/>
                <a:cs typeface="Goetheanum Schrift Klar" pitchFamily="34" charset="-120"/>
              </a:rPr>
              <a:t>Kapitel 1</a:t>
            </a:r>
            <a:endParaRPr lang="en-US" sz="1300" dirty="0"/>
          </a:p>
        </p:txBody>
      </p:sp>
      <p:sp>
        <p:nvSpPr>
          <p:cNvPr id="3" name="Text 1"/>
          <p:cNvSpPr/>
          <p:nvPr>
            <p:ph idx="103" type="title" hasCustomPrompt="1"/>
          </p:nvPr>
        </p:nvSpPr>
        <p:spPr>
          <a:xfrm>
            <a:off x="548640" y="1463040"/>
            <a:ext cx="9592056" cy="59436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2600" dirty="0">
                <a:solidFill>
                  <a:srgbClr val="1A1A1A"/>
                </a:solidFill>
                <a:latin typeface="Goetheanum Schrift Deutlich" pitchFamily="34" charset="0"/>
                <a:ea typeface="Goetheanum Schrift Deutlich" pitchFamily="34" charset="-122"/>
                <a:cs typeface="Goetheanum Schrift Deutlich" pitchFamily="34" charset="-120"/>
              </a:rPr>
              <a:t>Zwei Spalten, ein Gedanke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548640" y="2560320"/>
            <a:ext cx="4206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005EB8"/>
                </a:solidFill>
                <a:latin typeface="Goetheanum Schrift Deutlich" pitchFamily="34" charset="0"/>
                <a:ea typeface="Goetheanum Schrift Deutlich" pitchFamily="34" charset="-122"/>
                <a:cs typeface="Goetheanum Schrift Deutlich" pitchFamily="34" charset="-120"/>
              </a:rPr>
              <a:t>Heute</a:t>
            </a:r>
            <a:endParaRPr lang="en-US" sz="1300" dirty="0"/>
          </a:p>
        </p:txBody>
      </p:sp>
      <p:sp>
        <p:nvSpPr>
          <p:cNvPr id="5" name="Text 3"/>
          <p:cNvSpPr/>
          <p:nvPr/>
        </p:nvSpPr>
        <p:spPr>
          <a:xfrm>
            <a:off x="548640" y="2971800"/>
            <a:ext cx="420624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1A1A1A"/>
                </a:solidFill>
                <a:latin typeface="Goetheanum Schrift Klar" pitchFamily="34" charset="0"/>
                <a:ea typeface="Goetheanum Schrift Klar" pitchFamily="34" charset="-122"/>
                <a:cs typeface="Goetheanum Schrift Klar" pitchFamily="34" charset="-120"/>
              </a:rPr>
              <a:t>Beschreibung des Ist-Zustands.</a:t>
            </a:r>
            <a:endParaRPr lang="en-US" sz="13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1A1A1A"/>
                </a:solidFill>
                <a:latin typeface="Goetheanum Schrift Klar" pitchFamily="34" charset="0"/>
                <a:ea typeface="Goetheanum Schrift Klar" pitchFamily="34" charset="-122"/>
                <a:cs typeface="Goetheanum Schrift Klar" pitchFamily="34" charset="-120"/>
              </a:rPr>
              <a:t>Beide Spalten beginnen oben</a:t>
            </a:r>
            <a:endParaRPr lang="en-US" sz="13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1A1A1A"/>
                </a:solidFill>
                <a:latin typeface="Goetheanum Schrift Klar" pitchFamily="34" charset="0"/>
                <a:ea typeface="Goetheanum Schrift Klar" pitchFamily="34" charset="-122"/>
                <a:cs typeface="Goetheanum Schrift Klar" pitchFamily="34" charset="-120"/>
              </a:rPr>
              <a:t>auf derselben Höhe.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5577840" y="2560320"/>
            <a:ext cx="4206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005EB8"/>
                </a:solidFill>
                <a:latin typeface="Goetheanum Schrift Deutlich" pitchFamily="34" charset="0"/>
                <a:ea typeface="Goetheanum Schrift Deutlich" pitchFamily="34" charset="-122"/>
                <a:cs typeface="Goetheanum Schrift Deutlich" pitchFamily="34" charset="-120"/>
              </a:rPr>
              <a:t>Morgen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5577840" y="2971800"/>
            <a:ext cx="420624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1A1A1A"/>
                </a:solidFill>
                <a:latin typeface="Goetheanum Schrift Klar" pitchFamily="34" charset="0"/>
                <a:ea typeface="Goetheanum Schrift Klar" pitchFamily="34" charset="-122"/>
                <a:cs typeface="Goetheanum Schrift Klar" pitchFamily="34" charset="-120"/>
              </a:rPr>
              <a:t>Beschreibung des Ziel-Zustands.</a:t>
            </a:r>
            <a:endParaRPr lang="en-US" sz="13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1A1A1A"/>
                </a:solidFill>
                <a:latin typeface="Goetheanum Schrift Klar" pitchFamily="34" charset="0"/>
                <a:ea typeface="Goetheanum Schrift Klar" pitchFamily="34" charset="-122"/>
                <a:cs typeface="Goetheanum Schrift Klar" pitchFamily="34" charset="-120"/>
              </a:rPr>
              <a:t>Zwischentitel in Laut 13,</a:t>
            </a:r>
            <a:endParaRPr lang="en-US" sz="13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1A1A1A"/>
                </a:solidFill>
                <a:latin typeface="Goetheanum Schrift Klar" pitchFamily="34" charset="0"/>
                <a:ea typeface="Goetheanum Schrift Klar" pitchFamily="34" charset="-122"/>
                <a:cs typeface="Goetheanum Schrift Klar" pitchFamily="34" charset="-120"/>
              </a:rPr>
              <a:t>der Text in Klar 13.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548640" y="5120640"/>
            <a:ext cx="73152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6B7480"/>
                </a:solidFill>
                <a:latin typeface="Goetheanum Schrift Leise" pitchFamily="34" charset="0"/>
                <a:ea typeface="Goetheanum Schrift Leise" pitchFamily="34" charset="-122"/>
                <a:cs typeface="Goetheanum Schrift Leise" pitchFamily="34" charset="-120"/>
              </a:rPr>
              <a:t>Fazit in einem Satz, gesetzt in Leise 18.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9747504" y="6995160"/>
            <a:ext cx="393192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anchor="ctr"/>
          <a:lstStyle>
            <a:lvl1pPr>
              <a:defRPr sz="900">
                <a:solidFill>
                  <a:srgbClr val="6B7480"/>
                </a:solidFill>
                <a:latin typeface="Goetheanum Schrift Klar"/>
                <a:ea typeface="Goetheanum Schrift Klar"/>
                <a:cs typeface="Goetheanum Schrift Klar"/>
              </a:defRPr>
            </a:lvl1pPr>
          </a:lstStyle>
          <a:p>
            <a:pPr algn="l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Das Goetheanum in Dornach: die Westfassade mit dem grossen Fenster, gesehen durch blühenden Lavendel"/>
          <p:cNvPicPr>
            <a:picLocks noChangeAspect="1"/>
          </p:cNvPicPr>
          <p:nvPr>
            <p:ph idx="100" hasCustomPrompt="1"/>
          </p:nvPr>
        </p:nvPicPr>
        <p:blipFill>
          <a:blip r:embed="rId1"/>
          <a:stretch>
            <a:fillRect/>
          </a:stretch>
        </p:blipFill>
        <p:spPr>
          <a:xfrm>
            <a:off x="0" y="0"/>
            <a:ext cx="10689336" cy="7562088"/>
          </a:xfrm>
          <a:prstGeom prst="rect">
            <a:avLst/>
          </a:prstGeom>
        </p:spPr>
      </p:pic>
      <p:sp>
        <p:nvSpPr>
          <p:cNvPr id="3" name="Text 0"/>
          <p:cNvSpPr/>
          <p:nvPr>
            <p:ph idx="101" type="body" hasCustomPrompt="1"/>
          </p:nvPr>
        </p:nvSpPr>
        <p:spPr>
          <a:xfrm>
            <a:off x="548640" y="6995160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Goetheanum Schrift Klar" pitchFamily="34" charset="0"/>
                <a:ea typeface="Goetheanum Schrift Klar" pitchFamily="34" charset="-122"/>
                <a:cs typeface="Goetheanum Schrift Klar" pitchFamily="34" charset="-120"/>
              </a:rPr>
              <a:t>Goetheanum, Westfassade · Foto: Goetheanum</a:t>
            </a:r>
            <a:endParaRPr lang="en-US" sz="9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9747504" y="6995160"/>
            <a:ext cx="393192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anchor="ctr"/>
          <a:lstStyle>
            <a:lvl1pPr>
              <a:defRPr sz="900">
                <a:solidFill>
                  <a:srgbClr val="FFFFFF"/>
                </a:solidFill>
                <a:latin typeface="Goetheanum Schrift Klar"/>
                <a:ea typeface="Goetheanum Schrift Klar"/>
                <a:cs typeface="Goetheanum Schrift Klar"/>
              </a:defRPr>
            </a:lvl1pPr>
          </a:lstStyle>
          <a:p>
            <a:pPr algn="l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Eurythmie-Aufführung: eine Gruppe in fliessenden Gewändern bewegt sich in blauem Bühnenlicht"/>
          <p:cNvPicPr>
            <a:picLocks noChangeAspect="1"/>
          </p:cNvPicPr>
          <p:nvPr>
            <p:ph idx="101" hasCustomPrompt="1"/>
          </p:nvPr>
        </p:nvPicPr>
        <p:blipFill>
          <a:blip r:embed="rId1"/>
          <a:stretch>
            <a:fillRect/>
          </a:stretch>
        </p:blipFill>
        <p:spPr>
          <a:xfrm>
            <a:off x="5669280" y="0"/>
            <a:ext cx="5020056" cy="7562088"/>
          </a:xfrm>
          <a:prstGeom prst="rect">
            <a:avLst/>
          </a:prstGeom>
        </p:spPr>
      </p:pic>
      <p:sp>
        <p:nvSpPr>
          <p:cNvPr id="3" name="Text 0"/>
          <p:cNvSpPr/>
          <p:nvPr>
            <p:ph idx="102" type="body" hasCustomPrompt="1"/>
          </p:nvPr>
        </p:nvSpPr>
        <p:spPr>
          <a:xfrm>
            <a:off x="548640" y="114300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300" dirty="0">
                <a:solidFill>
                  <a:srgbClr val="005EB8"/>
                </a:solidFill>
                <a:latin typeface="Goetheanum Schrift Klar" pitchFamily="34" charset="0"/>
                <a:ea typeface="Goetheanum Schrift Klar" pitchFamily="34" charset="-122"/>
                <a:cs typeface="Goetheanum Schrift Klar" pitchFamily="34" charset="-120"/>
              </a:rPr>
              <a:t>Kapitel 01</a:t>
            </a:r>
            <a:endParaRPr lang="en-US" sz="1300" dirty="0"/>
          </a:p>
        </p:txBody>
      </p:sp>
      <p:sp>
        <p:nvSpPr>
          <p:cNvPr id="4" name="Text 0"/>
          <p:cNvSpPr/>
          <p:nvPr>
            <p:ph idx="103" type="title" hasCustomPrompt="1"/>
          </p:nvPr>
        </p:nvSpPr>
        <p:spPr>
          <a:xfrm>
            <a:off x="548640" y="1463040"/>
            <a:ext cx="4754880" cy="109728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lnSpc>
                <a:spcPct val="105000"/>
              </a:lnSpc>
              <a:buNone/>
            </a:pPr>
            <a:r>
              <a:rPr lang="en-US" sz="2600" dirty="0">
                <a:solidFill>
                  <a:srgbClr val="1A1A1A"/>
                </a:solidFill>
                <a:latin typeface="Goetheanum Schrift Deutlich" pitchFamily="34" charset="0"/>
                <a:ea typeface="Goetheanum Schrift Deutlich" pitchFamily="34" charset="-122"/>
                <a:cs typeface="Goetheanum Schrift Deutlich" pitchFamily="34" charset="-120"/>
              </a:rPr>
              <a:t>Bild und Text,</a:t>
            </a:r>
            <a:endParaRPr lang="en-US" sz="26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2600" dirty="0">
                <a:solidFill>
                  <a:srgbClr val="1A1A1A"/>
                </a:solidFill>
                <a:latin typeface="Goetheanum Schrift Deutlich" pitchFamily="34" charset="0"/>
                <a:ea typeface="Goetheanum Schrift Deutlich" pitchFamily="34" charset="-122"/>
                <a:cs typeface="Goetheanum Schrift Deutlich" pitchFamily="34" charset="-120"/>
              </a:rPr>
              <a:t>halb und halb</a:t>
            </a:r>
            <a:endParaRPr lang="en-US" sz="2600" dirty="0"/>
          </a:p>
        </p:txBody>
      </p:sp>
      <p:sp>
        <p:nvSpPr>
          <p:cNvPr id="5" name="Text 0"/>
          <p:cNvSpPr/>
          <p:nvPr>
            <p:ph idx="104" type="body" hasCustomPrompt="1"/>
          </p:nvPr>
        </p:nvSpPr>
        <p:spPr>
          <a:xfrm>
            <a:off x="548640" y="2834640"/>
            <a:ext cx="4480560" cy="3200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1A1A1A"/>
                </a:solidFill>
                <a:latin typeface="Goetheanum Schrift Klar" pitchFamily="34" charset="0"/>
                <a:ea typeface="Goetheanum Schrift Klar" pitchFamily="34" charset="-122"/>
                <a:cs typeface="Goetheanum Schrift Klar" pitchFamily="34" charset="-120"/>
              </a:rPr>
              <a:t>Das Bild läuft randlos bis zur Kante.</a:t>
            </a:r>
            <a:endParaRPr lang="en-US" sz="13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1A1A1A"/>
                </a:solidFill>
                <a:latin typeface="Goetheanum Schrift Klar" pitchFamily="34" charset="0"/>
                <a:ea typeface="Goetheanum Schrift Klar" pitchFamily="34" charset="-122"/>
                <a:cs typeface="Goetheanum Schrift Klar" pitchFamily="34" charset="-120"/>
              </a:rPr>
              <a:t>Der Text behält seine Spaltenbreite</a:t>
            </a:r>
            <a:endParaRPr lang="en-US" sz="13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1A1A1A"/>
                </a:solidFill>
                <a:latin typeface="Goetheanum Schrift Klar" pitchFamily="34" charset="0"/>
                <a:ea typeface="Goetheanum Schrift Klar" pitchFamily="34" charset="-122"/>
                <a:cs typeface="Goetheanum Schrift Klar" pitchFamily="34" charset="-120"/>
              </a:rPr>
              <a:t>und seine Ruhe.</a:t>
            </a:r>
            <a:endParaRPr lang="en-US" sz="1300" dirty="0"/>
          </a:p>
        </p:txBody>
      </p:sp>
      <p:sp>
        <p:nvSpPr>
          <p:cNvPr id="6" name="Text 0"/>
          <p:cNvSpPr/>
          <p:nvPr>
            <p:ph idx="105" type="body" hasCustomPrompt="1"/>
          </p:nvPr>
        </p:nvSpPr>
        <p:spPr>
          <a:xfrm>
            <a:off x="548640" y="6995160"/>
            <a:ext cx="4114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480"/>
                </a:solidFill>
                <a:latin typeface="Goetheanum Schrift Klar" pitchFamily="34" charset="0"/>
                <a:ea typeface="Goetheanum Schrift Klar" pitchFamily="34" charset="-122"/>
                <a:cs typeface="Goetheanum Schrift Klar" pitchFamily="34" charset="-120"/>
              </a:rPr>
              <a:t>Eurythmie-Abschlusstreffen 2025 · Foto: Xue Li</a:t>
            </a:r>
            <a:endParaRPr lang="en-US" sz="9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2" type="body" hasCustomPrompt="1"/>
          </p:nvPr>
        </p:nvSpPr>
        <p:spPr>
          <a:xfrm>
            <a:off x="548640" y="1143000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300" dirty="0">
                <a:solidFill>
                  <a:srgbClr val="005EB8"/>
                </a:solidFill>
                <a:latin typeface="Goetheanum Schrift Klar" pitchFamily="34" charset="0"/>
                <a:ea typeface="Goetheanum Schrift Klar" pitchFamily="34" charset="-122"/>
                <a:cs typeface="Goetheanum Schrift Klar" pitchFamily="34" charset="-120"/>
              </a:rPr>
              <a:t>Zahlen</a:t>
            </a:r>
            <a:endParaRPr lang="en-US" sz="1300" dirty="0"/>
          </a:p>
        </p:txBody>
      </p:sp>
      <p:sp>
        <p:nvSpPr>
          <p:cNvPr id="3" name="Text 1"/>
          <p:cNvSpPr/>
          <p:nvPr>
            <p:ph idx="103" type="title" hasCustomPrompt="1"/>
          </p:nvPr>
        </p:nvSpPr>
        <p:spPr>
          <a:xfrm>
            <a:off x="548640" y="1463040"/>
            <a:ext cx="9592056" cy="59436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2600" dirty="0">
                <a:solidFill>
                  <a:srgbClr val="1A1A1A"/>
                </a:solidFill>
                <a:latin typeface="Goetheanum Schrift Deutlich" pitchFamily="34" charset="0"/>
                <a:ea typeface="Goetheanum Schrift Deutlich" pitchFamily="34" charset="-122"/>
                <a:cs typeface="Goetheanum Schrift Deutlich" pitchFamily="34" charset="-120"/>
              </a:rPr>
              <a:t>Das Jahr in vier Kennzahlen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548640" y="2743200"/>
            <a:ext cx="2240280" cy="1920240"/>
          </a:xfrm>
          <a:prstGeom prst="roundRect">
            <a:avLst>
              <a:gd name="adj" fmla="val 3810"/>
            </a:avLst>
          </a:prstGeom>
          <a:solidFill>
            <a:srgbClr val="EEF4FB"/>
          </a:solidFill>
          <a:ln/>
        </p:spPr>
      </p:sp>
      <p:sp>
        <p:nvSpPr>
          <p:cNvPr id="5" name="Text 3"/>
          <p:cNvSpPr/>
          <p:nvPr/>
        </p:nvSpPr>
        <p:spPr>
          <a:xfrm>
            <a:off x="777240" y="3154680"/>
            <a:ext cx="1828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dirty="0">
                <a:solidFill>
                  <a:srgbClr val="005EB8"/>
                </a:solidFill>
                <a:latin typeface="Goetheanum Schrift Deutlich" pitchFamily="34" charset="0"/>
                <a:ea typeface="Goetheanum Schrift Deutlich" pitchFamily="34" charset="-122"/>
                <a:cs typeface="Goetheanum Schrift Deutlich" pitchFamily="34" charset="-120"/>
              </a:rPr>
              <a:t>12,4 Mio</a:t>
            </a:r>
            <a:endParaRPr lang="en-US" sz="2600" dirty="0"/>
          </a:p>
        </p:txBody>
      </p:sp>
      <p:sp>
        <p:nvSpPr>
          <p:cNvPr id="6" name="Text 4"/>
          <p:cNvSpPr/>
          <p:nvPr/>
        </p:nvSpPr>
        <p:spPr>
          <a:xfrm>
            <a:off x="777240" y="3794760"/>
            <a:ext cx="1828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6B7480"/>
                </a:solidFill>
                <a:latin typeface="Goetheanum Schrift Leise" pitchFamily="34" charset="0"/>
                <a:ea typeface="Goetheanum Schrift Leise" pitchFamily="34" charset="-122"/>
                <a:cs typeface="Goetheanum Schrift Leise" pitchFamily="34" charset="-120"/>
              </a:rPr>
              <a:t>Ertrag CHF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2999232" y="2743200"/>
            <a:ext cx="2240280" cy="1920240"/>
          </a:xfrm>
          <a:prstGeom prst="roundRect">
            <a:avLst>
              <a:gd name="adj" fmla="val 3810"/>
            </a:avLst>
          </a:prstGeom>
          <a:solidFill>
            <a:srgbClr val="EEF4FB"/>
          </a:solidFill>
          <a:ln/>
        </p:spPr>
      </p:sp>
      <p:sp>
        <p:nvSpPr>
          <p:cNvPr id="8" name="Text 6"/>
          <p:cNvSpPr/>
          <p:nvPr/>
        </p:nvSpPr>
        <p:spPr>
          <a:xfrm>
            <a:off x="3227832" y="3154680"/>
            <a:ext cx="1828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dirty="0">
                <a:solidFill>
                  <a:srgbClr val="1A1A1A"/>
                </a:solidFill>
                <a:latin typeface="Goetheanum Schrift Deutlich" pitchFamily="34" charset="0"/>
                <a:ea typeface="Goetheanum Schrift Deutlich" pitchFamily="34" charset="-122"/>
                <a:cs typeface="Goetheanum Schrift Deutlich" pitchFamily="34" charset="-120"/>
              </a:rPr>
              <a:t>−2,1 %</a:t>
            </a:r>
            <a:endParaRPr lang="en-US" sz="2600" dirty="0"/>
          </a:p>
        </p:txBody>
      </p:sp>
      <p:sp>
        <p:nvSpPr>
          <p:cNvPr id="9" name="Text 7"/>
          <p:cNvSpPr/>
          <p:nvPr/>
        </p:nvSpPr>
        <p:spPr>
          <a:xfrm>
            <a:off x="3227832" y="3794760"/>
            <a:ext cx="1828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6B7480"/>
                </a:solidFill>
                <a:latin typeface="Goetheanum Schrift Leise" pitchFamily="34" charset="0"/>
                <a:ea typeface="Goetheanum Schrift Leise" pitchFamily="34" charset="-122"/>
                <a:cs typeface="Goetheanum Schrift Leise" pitchFamily="34" charset="-120"/>
              </a:rPr>
              <a:t>zum Vorjahr</a:t>
            </a:r>
            <a:endParaRPr lang="en-US" sz="1300" dirty="0"/>
          </a:p>
        </p:txBody>
      </p:sp>
      <p:sp>
        <p:nvSpPr>
          <p:cNvPr id="10" name="Shape 8"/>
          <p:cNvSpPr/>
          <p:nvPr/>
        </p:nvSpPr>
        <p:spPr>
          <a:xfrm>
            <a:off x="5449824" y="2743200"/>
            <a:ext cx="2240280" cy="1920240"/>
          </a:xfrm>
          <a:prstGeom prst="roundRect">
            <a:avLst>
              <a:gd name="adj" fmla="val 3810"/>
            </a:avLst>
          </a:prstGeom>
          <a:solidFill>
            <a:srgbClr val="EEF4FB"/>
          </a:solidFill>
          <a:ln/>
        </p:spPr>
      </p:sp>
      <p:sp>
        <p:nvSpPr>
          <p:cNvPr id="11" name="Text 9"/>
          <p:cNvSpPr/>
          <p:nvPr/>
        </p:nvSpPr>
        <p:spPr>
          <a:xfrm>
            <a:off x="5678424" y="3154680"/>
            <a:ext cx="1828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dirty="0">
                <a:solidFill>
                  <a:srgbClr val="005EB8"/>
                </a:solidFill>
                <a:latin typeface="Goetheanum Schrift Deutlich" pitchFamily="34" charset="0"/>
                <a:ea typeface="Goetheanum Schrift Deutlich" pitchFamily="34" charset="-122"/>
                <a:cs typeface="Goetheanum Schrift Deutlich" pitchFamily="34" charset="-120"/>
              </a:rPr>
              <a:t>86 %</a:t>
            </a:r>
            <a:endParaRPr lang="en-US" sz="2600" dirty="0"/>
          </a:p>
        </p:txBody>
      </p:sp>
      <p:sp>
        <p:nvSpPr>
          <p:cNvPr id="12" name="Text 10"/>
          <p:cNvSpPr/>
          <p:nvPr/>
        </p:nvSpPr>
        <p:spPr>
          <a:xfrm>
            <a:off x="5678424" y="3794760"/>
            <a:ext cx="1828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6B7480"/>
                </a:solidFill>
                <a:latin typeface="Goetheanum Schrift Leise" pitchFamily="34" charset="0"/>
                <a:ea typeface="Goetheanum Schrift Leise" pitchFamily="34" charset="-122"/>
                <a:cs typeface="Goetheanum Schrift Leise" pitchFamily="34" charset="-120"/>
              </a:rPr>
              <a:t>Eigenfinanzierung</a:t>
            </a:r>
            <a:endParaRPr lang="en-US" sz="1300" dirty="0"/>
          </a:p>
        </p:txBody>
      </p:sp>
      <p:sp>
        <p:nvSpPr>
          <p:cNvPr id="13" name="Shape 11"/>
          <p:cNvSpPr/>
          <p:nvPr/>
        </p:nvSpPr>
        <p:spPr>
          <a:xfrm>
            <a:off x="7900416" y="2743200"/>
            <a:ext cx="2240280" cy="1920240"/>
          </a:xfrm>
          <a:prstGeom prst="roundRect">
            <a:avLst>
              <a:gd name="adj" fmla="val 3810"/>
            </a:avLst>
          </a:prstGeom>
          <a:solidFill>
            <a:srgbClr val="EEF4FB"/>
          </a:solidFill>
          <a:ln/>
        </p:spPr>
      </p:sp>
      <p:sp>
        <p:nvSpPr>
          <p:cNvPr id="14" name="Text 12"/>
          <p:cNvSpPr/>
          <p:nvPr/>
        </p:nvSpPr>
        <p:spPr>
          <a:xfrm>
            <a:off x="8129016" y="3154680"/>
            <a:ext cx="1828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dirty="0">
                <a:solidFill>
                  <a:srgbClr val="EBB565"/>
                </a:solidFill>
                <a:latin typeface="Goetheanum Schrift Deutlich" pitchFamily="34" charset="0"/>
                <a:ea typeface="Goetheanum Schrift Deutlich" pitchFamily="34" charset="-122"/>
                <a:cs typeface="Goetheanum Schrift Deutlich" pitchFamily="34" charset="-120"/>
              </a:rPr>
              <a:t>3,2 Mio</a:t>
            </a:r>
            <a:endParaRPr lang="en-US" sz="2600" dirty="0"/>
          </a:p>
        </p:txBody>
      </p:sp>
      <p:sp>
        <p:nvSpPr>
          <p:cNvPr id="15" name="Text 13"/>
          <p:cNvSpPr/>
          <p:nvPr/>
        </p:nvSpPr>
        <p:spPr>
          <a:xfrm>
            <a:off x="8129016" y="3794760"/>
            <a:ext cx="1828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6B7480"/>
                </a:solidFill>
                <a:latin typeface="Goetheanum Schrift Leise" pitchFamily="34" charset="0"/>
                <a:ea typeface="Goetheanum Schrift Leise" pitchFamily="34" charset="-122"/>
                <a:cs typeface="Goetheanum Schrift Leise" pitchFamily="34" charset="-120"/>
              </a:rPr>
              <a:t>Spenden CHF</a:t>
            </a:r>
            <a:endParaRPr lang="en-US" sz="1300" dirty="0"/>
          </a:p>
        </p:txBody>
      </p:sp>
      <p:sp>
        <p:nvSpPr>
          <p:cNvPr id="16" name="Text 14"/>
          <p:cNvSpPr/>
          <p:nvPr/>
        </p:nvSpPr>
        <p:spPr>
          <a:xfrm>
            <a:off x="548640" y="50749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6B7480"/>
                </a:solidFill>
                <a:latin typeface="Goetheanum Schrift Leise" pitchFamily="34" charset="0"/>
                <a:ea typeface="Goetheanum Schrift Leise" pitchFamily="34" charset="-122"/>
                <a:cs typeface="Goetheanum Schrift Leise" pitchFamily="34" charset="-120"/>
              </a:rPr>
              <a:t>Musterzahlen, beim Ausfüllen ersetzen.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9747504" y="6995160"/>
            <a:ext cx="393192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anchor="ctr"/>
          <a:lstStyle>
            <a:lvl1pPr>
              <a:defRPr sz="900">
                <a:solidFill>
                  <a:srgbClr val="6B7480"/>
                </a:solidFill>
                <a:latin typeface="Goetheanum Schrift Klar"/>
                <a:ea typeface="Goetheanum Schrift Klar"/>
                <a:cs typeface="Goetheanum Schrift Klar"/>
              </a:defRPr>
            </a:lvl1pPr>
          </a:lstStyle>
          <a:p>
            <a:pPr algn="l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2" type="body" hasCustomPrompt="1"/>
          </p:nvPr>
        </p:nvSpPr>
        <p:spPr>
          <a:xfrm>
            <a:off x="548640" y="1143000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300" dirty="0">
                <a:solidFill>
                  <a:srgbClr val="005EB8"/>
                </a:solidFill>
                <a:latin typeface="Goetheanum Schrift Klar" pitchFamily="34" charset="0"/>
                <a:ea typeface="Goetheanum Schrift Klar" pitchFamily="34" charset="-122"/>
                <a:cs typeface="Goetheanum Schrift Klar" pitchFamily="34" charset="-120"/>
              </a:rPr>
              <a:t>Zahlen</a:t>
            </a:r>
            <a:endParaRPr lang="en-US" sz="1300" dirty="0"/>
          </a:p>
        </p:txBody>
      </p:sp>
      <p:sp>
        <p:nvSpPr>
          <p:cNvPr id="3" name="Text 1"/>
          <p:cNvSpPr/>
          <p:nvPr>
            <p:ph idx="103" type="title" hasCustomPrompt="1"/>
          </p:nvPr>
        </p:nvSpPr>
        <p:spPr>
          <a:xfrm>
            <a:off x="548640" y="1463040"/>
            <a:ext cx="9592056" cy="59436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2600" dirty="0">
                <a:solidFill>
                  <a:srgbClr val="1A1A1A"/>
                </a:solidFill>
                <a:latin typeface="Goetheanum Schrift Deutlich" pitchFamily="34" charset="0"/>
                <a:ea typeface="Goetheanum Schrift Deutlich" pitchFamily="34" charset="-122"/>
                <a:cs typeface="Goetheanum Schrift Deutlich" pitchFamily="34" charset="-120"/>
              </a:rPr>
              <a:t>Entwicklung über vier Jahre</a:t>
            </a:r>
            <a:endParaRPr lang="en-US" sz="2600" dirty="0"/>
          </a:p>
        </p:txBody>
      </p:sp>
      <p:graphicFrame>
        <p:nvGraphicFramePr>
          <p:cNvPr id="4" name="Chart 0" descr=""/>
          <p:cNvGraphicFramePr/>
          <p:nvPr/>
        </p:nvGraphicFramePr>
        <p:xfrm>
          <a:off x="548640" y="2468880"/>
          <a:ext cx="6217920" cy="36576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5" name="Text 2"/>
          <p:cNvSpPr/>
          <p:nvPr/>
        </p:nvSpPr>
        <p:spPr>
          <a:xfrm>
            <a:off x="7223760" y="2697480"/>
            <a:ext cx="283464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spcAft>
                <a:spcPts val="800"/>
              </a:spcAft>
              <a:buNone/>
            </a:pPr>
            <a:r>
              <a:rPr lang="en-US" sz="1300" dirty="0">
                <a:solidFill>
                  <a:srgbClr val="005EB8"/>
                </a:solidFill>
                <a:latin typeface="Goetheanum Schrift Deutlich" pitchFamily="34" charset="0"/>
                <a:ea typeface="Goetheanum Schrift Deutlich" pitchFamily="34" charset="-122"/>
                <a:cs typeface="Goetheanum Schrift Deutlich" pitchFamily="34" charset="-120"/>
              </a:rPr>
              <a:t>Lesart</a:t>
            </a:r>
            <a:endParaRPr lang="en-US" sz="13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1A1A1A"/>
                </a:solidFill>
                <a:latin typeface="Goetheanum Schrift Klar" pitchFamily="34" charset="0"/>
                <a:ea typeface="Goetheanum Schrift Klar" pitchFamily="34" charset="-122"/>
                <a:cs typeface="Goetheanum Schrift Klar" pitchFamily="34" charset="-120"/>
              </a:rPr>
              <a:t>Rechts steht die Deutung:</a:t>
            </a:r>
            <a:endParaRPr lang="en-US" sz="13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1A1A1A"/>
                </a:solidFill>
                <a:latin typeface="Goetheanum Schrift Klar" pitchFamily="34" charset="0"/>
                <a:ea typeface="Goetheanum Schrift Klar" pitchFamily="34" charset="-122"/>
                <a:cs typeface="Goetheanum Schrift Klar" pitchFamily="34" charset="-120"/>
              </a:rPr>
              <a:t>ein bis zwei Sätze dazu,</a:t>
            </a:r>
            <a:endParaRPr lang="en-US" sz="13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1A1A1A"/>
                </a:solidFill>
                <a:latin typeface="Goetheanum Schrift Klar" pitchFamily="34" charset="0"/>
                <a:ea typeface="Goetheanum Schrift Klar" pitchFamily="34" charset="-122"/>
                <a:cs typeface="Goetheanum Schrift Klar" pitchFamily="34" charset="-120"/>
              </a:rPr>
              <a:t>was die Kurve erzählt.</a:t>
            </a:r>
            <a:endParaRPr lang="en-US" sz="1300" dirty="0"/>
          </a:p>
        </p:txBody>
      </p:sp>
      <p:sp>
        <p:nvSpPr>
          <p:cNvPr id="6" name="Text 3"/>
          <p:cNvSpPr/>
          <p:nvPr/>
        </p:nvSpPr>
        <p:spPr>
          <a:xfrm>
            <a:off x="548640" y="6309360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480"/>
                </a:solidFill>
                <a:latin typeface="Goetheanum Schrift Klar" pitchFamily="34" charset="0"/>
                <a:ea typeface="Goetheanum Schrift Klar" pitchFamily="34" charset="-122"/>
                <a:cs typeface="Goetheanum Schrift Klar" pitchFamily="34" charset="-120"/>
              </a:rPr>
              <a:t>Angaben in Mio CHF, Musterzahlen.</a:t>
            </a:r>
            <a:endParaRPr lang="en-US" sz="9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9747504" y="6995160"/>
            <a:ext cx="393192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anchor="ctr"/>
          <a:lstStyle>
            <a:lvl1pPr>
              <a:defRPr sz="900">
                <a:solidFill>
                  <a:srgbClr val="6B7480"/>
                </a:solidFill>
                <a:latin typeface="Goetheanum Schrift Klar"/>
                <a:ea typeface="Goetheanum Schrift Klar"/>
                <a:cs typeface="Goetheanum Schrift Klar"/>
              </a:defRPr>
            </a:lvl1pPr>
          </a:lstStyle>
          <a:p>
            <a:pPr algn="l"/>
            <a:fld id="{F7021451-1387-4CA6-816F-3879F97B5CBC}" type="slidenum">
              <a:rPr b="0" lang="en-US"/>
              <a:t>11</a:t>
            </a:fld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2" type="body" hasCustomPrompt="1"/>
          </p:nvPr>
        </p:nvSpPr>
        <p:spPr>
          <a:xfrm>
            <a:off x="548640" y="1143000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300" dirty="0">
                <a:solidFill>
                  <a:srgbClr val="005EB8"/>
                </a:solidFill>
                <a:latin typeface="Goetheanum Schrift Klar" pitchFamily="34" charset="0"/>
                <a:ea typeface="Goetheanum Schrift Klar" pitchFamily="34" charset="-122"/>
                <a:cs typeface="Goetheanum Schrift Klar" pitchFamily="34" charset="-120"/>
              </a:rPr>
              <a:t>Zahlen</a:t>
            </a:r>
            <a:endParaRPr lang="en-US" sz="1300" dirty="0"/>
          </a:p>
        </p:txBody>
      </p:sp>
      <p:sp>
        <p:nvSpPr>
          <p:cNvPr id="3" name="Text 1"/>
          <p:cNvSpPr/>
          <p:nvPr>
            <p:ph idx="103" type="title" hasCustomPrompt="1"/>
          </p:nvPr>
        </p:nvSpPr>
        <p:spPr>
          <a:xfrm>
            <a:off x="548640" y="1463040"/>
            <a:ext cx="9592056" cy="59436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2600" dirty="0">
                <a:solidFill>
                  <a:srgbClr val="1A1A1A"/>
                </a:solidFill>
                <a:latin typeface="Goetheanum Schrift Deutlich" pitchFamily="34" charset="0"/>
                <a:ea typeface="Goetheanum Schrift Deutlich" pitchFamily="34" charset="-122"/>
                <a:cs typeface="Goetheanum Schrift Deutlich" pitchFamily="34" charset="-120"/>
              </a:rPr>
              <a:t>Ergebnis nach Bereichen</a:t>
            </a:r>
            <a:endParaRPr lang="en-US" sz="2600" dirty="0"/>
          </a:p>
        </p:txBody>
      </p:sp>
      <p:graphicFrame>
        <p:nvGraphicFramePr>
          <p:cNvPr id="1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2560320"/>
          <a:ext cx="9592056" cy="914400"/>
        </p:xfrm>
        <a:graphic>
          <a:graphicData uri="http://schemas.openxmlformats.org/drawingml/2006/table">
            <a:tbl>
              <a:tblPr/>
              <a:tblGrid>
                <a:gridCol w="4480560"/>
                <a:gridCol w="1700784"/>
                <a:gridCol w="1700784"/>
                <a:gridCol w="1709928"/>
              </a:tblGrid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FFFFFF"/>
                          </a:solidFill>
                          <a:latin typeface="Goetheanum Schrift Deutlich" pitchFamily="34" charset="0"/>
                          <a:ea typeface="Goetheanum Schrift Deutlich" pitchFamily="34" charset="-122"/>
                          <a:cs typeface="Goetheanum Schrift Deutlich" pitchFamily="34" charset="-120"/>
                        </a:rPr>
                        <a:t>Bereich</a:t>
                      </a:r>
                      <a:endParaRPr lang="en-US" sz="1300" dirty="0">
                        <a:latin typeface="Goetheanum Schrift Deutlich" charset="0"/>
                        <a:ea typeface="Goetheanum Schrift Deutlich" charset="0"/>
                        <a:cs typeface="Goetheanum Schrift Deutlich" charset="0"/>
                      </a:endParaRPr>
                    </a:p>
                  </a:txBody>
                  <a:tcPr marL="109728" marR="109728" marT="73152" marB="7315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005EB8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rgbClr val="FFFFFF"/>
                          </a:solidFill>
                          <a:latin typeface="Goetheanum Schrift Deutlich" pitchFamily="34" charset="0"/>
                          <a:ea typeface="Goetheanum Schrift Deutlich" pitchFamily="34" charset="-122"/>
                          <a:cs typeface="Goetheanum Schrift Deutlich" pitchFamily="34" charset="-120"/>
                        </a:rPr>
                        <a:t>2025</a:t>
                      </a:r>
                      <a:endParaRPr lang="en-US" sz="1300" dirty="0">
                        <a:latin typeface="Goetheanum Schrift Deutlich" charset="0"/>
                        <a:ea typeface="Goetheanum Schrift Deutlich" charset="0"/>
                        <a:cs typeface="Goetheanum Schrift Deutlich" charset="0"/>
                      </a:endParaRPr>
                    </a:p>
                  </a:txBody>
                  <a:tcPr marL="109728" marR="109728" marT="73152" marB="7315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005EB8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rgbClr val="FFFFFF"/>
                          </a:solidFill>
                          <a:latin typeface="Goetheanum Schrift Deutlich" pitchFamily="34" charset="0"/>
                          <a:ea typeface="Goetheanum Schrift Deutlich" pitchFamily="34" charset="-122"/>
                          <a:cs typeface="Goetheanum Schrift Deutlich" pitchFamily="34" charset="-120"/>
                        </a:rPr>
                        <a:t>2026</a:t>
                      </a:r>
                      <a:endParaRPr lang="en-US" sz="1300" dirty="0">
                        <a:latin typeface="Goetheanum Schrift Deutlich" charset="0"/>
                        <a:ea typeface="Goetheanum Schrift Deutlich" charset="0"/>
                        <a:cs typeface="Goetheanum Schrift Deutlich" charset="0"/>
                      </a:endParaRPr>
                    </a:p>
                  </a:txBody>
                  <a:tcPr marL="109728" marR="109728" marT="73152" marB="7315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005EB8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rgbClr val="FFFFFF"/>
                          </a:solidFill>
                          <a:latin typeface="Goetheanum Schrift Deutlich" pitchFamily="34" charset="0"/>
                          <a:ea typeface="Goetheanum Schrift Deutlich" pitchFamily="34" charset="-122"/>
                          <a:cs typeface="Goetheanum Schrift Deutlich" pitchFamily="34" charset="-120"/>
                        </a:rPr>
                        <a:t>Δ</a:t>
                      </a:r>
                      <a:endParaRPr lang="en-US" sz="1300" dirty="0">
                        <a:latin typeface="Goetheanum Schrift Deutlich" charset="0"/>
                        <a:ea typeface="Goetheanum Schrift Deutlich" charset="0"/>
                        <a:cs typeface="Goetheanum Schrift Deutlich" charset="0"/>
                      </a:endParaRPr>
                    </a:p>
                  </a:txBody>
                  <a:tcPr marL="109728" marR="109728" marT="73152" marB="7315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005EB8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A1A1A"/>
                          </a:solidFill>
                          <a:latin typeface="Goetheanum Schrift Klar" pitchFamily="34" charset="0"/>
                          <a:ea typeface="Goetheanum Schrift Klar" pitchFamily="34" charset="-122"/>
                          <a:cs typeface="Goetheanum Schrift Klar" pitchFamily="34" charset="-120"/>
                        </a:rPr>
                        <a:t>Bühne</a:t>
                      </a:r>
                      <a:endParaRPr lang="en-US" sz="1300" dirty="0">
                        <a:latin typeface="Goetheanum Schrift Klar" charset="0"/>
                        <a:ea typeface="Goetheanum Schrift Klar" charset="0"/>
                        <a:cs typeface="Goetheanum Schrift Klar" charset="0"/>
                      </a:endParaRPr>
                    </a:p>
                  </a:txBody>
                  <a:tcPr marL="109728" marR="109728" marT="73152" marB="7315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rgbClr val="1A1A1A"/>
                          </a:solidFill>
                          <a:latin typeface="Goetheanum Schrift Klar" pitchFamily="34" charset="0"/>
                          <a:ea typeface="Goetheanum Schrift Klar" pitchFamily="34" charset="-122"/>
                          <a:cs typeface="Goetheanum Schrift Klar" pitchFamily="34" charset="-120"/>
                        </a:rPr>
                        <a:t>4120</a:t>
                      </a:r>
                      <a:endParaRPr lang="en-US" sz="1300" dirty="0">
                        <a:latin typeface="Goetheanum Schrift Klar" charset="0"/>
                        <a:ea typeface="Goetheanum Schrift Klar" charset="0"/>
                        <a:cs typeface="Goetheanum Schrift Klar" charset="0"/>
                      </a:endParaRPr>
                    </a:p>
                  </a:txBody>
                  <a:tcPr marL="109728" marR="109728" marT="73152" marB="7315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rgbClr val="1A1A1A"/>
                          </a:solidFill>
                          <a:latin typeface="Goetheanum Schrift Klar" pitchFamily="34" charset="0"/>
                          <a:ea typeface="Goetheanum Schrift Klar" pitchFamily="34" charset="-122"/>
                          <a:cs typeface="Goetheanum Schrift Klar" pitchFamily="34" charset="-120"/>
                        </a:rPr>
                        <a:t>4380</a:t>
                      </a:r>
                      <a:endParaRPr lang="en-US" sz="1300" dirty="0">
                        <a:latin typeface="Goetheanum Schrift Klar" charset="0"/>
                        <a:ea typeface="Goetheanum Schrift Klar" charset="0"/>
                        <a:cs typeface="Goetheanum Schrift Klar" charset="0"/>
                      </a:endParaRPr>
                    </a:p>
                  </a:txBody>
                  <a:tcPr marL="109728" marR="109728" marT="73152" marB="7315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rgbClr val="005EB8"/>
                          </a:solidFill>
                          <a:latin typeface="Goetheanum Schrift Klar" pitchFamily="34" charset="0"/>
                          <a:ea typeface="Goetheanum Schrift Klar" pitchFamily="34" charset="-122"/>
                          <a:cs typeface="Goetheanum Schrift Klar" pitchFamily="34" charset="-120"/>
                        </a:rPr>
                        <a:t>+260</a:t>
                      </a:r>
                      <a:endParaRPr lang="en-US" sz="1300" dirty="0">
                        <a:latin typeface="Goetheanum Schrift Klar" charset="0"/>
                        <a:ea typeface="Goetheanum Schrift Klar" charset="0"/>
                        <a:cs typeface="Goetheanum Schrift Klar" charset="0"/>
                      </a:endParaRPr>
                    </a:p>
                  </a:txBody>
                  <a:tcPr marL="109728" marR="109728" marT="73152" marB="7315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A1A1A"/>
                          </a:solidFill>
                          <a:latin typeface="Goetheanum Schrift Klar" pitchFamily="34" charset="0"/>
                          <a:ea typeface="Goetheanum Schrift Klar" pitchFamily="34" charset="-122"/>
                          <a:cs typeface="Goetheanum Schrift Klar" pitchFamily="34" charset="-120"/>
                        </a:rPr>
                        <a:t>Hochschule</a:t>
                      </a:r>
                      <a:endParaRPr lang="en-US" sz="1300" dirty="0">
                        <a:latin typeface="Goetheanum Schrift Klar" charset="0"/>
                        <a:ea typeface="Goetheanum Schrift Klar" charset="0"/>
                        <a:cs typeface="Goetheanum Schrift Klar" charset="0"/>
                      </a:endParaRPr>
                    </a:p>
                  </a:txBody>
                  <a:tcPr marL="109728" marR="109728" marT="73152" marB="7315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EEF4FB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rgbClr val="1A1A1A"/>
                          </a:solidFill>
                          <a:latin typeface="Goetheanum Schrift Klar" pitchFamily="34" charset="0"/>
                          <a:ea typeface="Goetheanum Schrift Klar" pitchFamily="34" charset="-122"/>
                          <a:cs typeface="Goetheanum Schrift Klar" pitchFamily="34" charset="-120"/>
                        </a:rPr>
                        <a:t>2950</a:t>
                      </a:r>
                      <a:endParaRPr lang="en-US" sz="1300" dirty="0">
                        <a:latin typeface="Goetheanum Schrift Klar" charset="0"/>
                        <a:ea typeface="Goetheanum Schrift Klar" charset="0"/>
                        <a:cs typeface="Goetheanum Schrift Klar" charset="0"/>
                      </a:endParaRPr>
                    </a:p>
                  </a:txBody>
                  <a:tcPr marL="109728" marR="109728" marT="73152" marB="7315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EEF4FB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rgbClr val="1A1A1A"/>
                          </a:solidFill>
                          <a:latin typeface="Goetheanum Schrift Klar" pitchFamily="34" charset="0"/>
                          <a:ea typeface="Goetheanum Schrift Klar" pitchFamily="34" charset="-122"/>
                          <a:cs typeface="Goetheanum Schrift Klar" pitchFamily="34" charset="-120"/>
                        </a:rPr>
                        <a:t>2870</a:t>
                      </a:r>
                      <a:endParaRPr lang="en-US" sz="1300" dirty="0">
                        <a:latin typeface="Goetheanum Schrift Klar" charset="0"/>
                        <a:ea typeface="Goetheanum Schrift Klar" charset="0"/>
                        <a:cs typeface="Goetheanum Schrift Klar" charset="0"/>
                      </a:endParaRPr>
                    </a:p>
                  </a:txBody>
                  <a:tcPr marL="109728" marR="109728" marT="73152" marB="7315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EEF4FB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rgbClr val="6B7480"/>
                          </a:solidFill>
                          <a:latin typeface="Goetheanum Schrift Klar" pitchFamily="34" charset="0"/>
                          <a:ea typeface="Goetheanum Schrift Klar" pitchFamily="34" charset="-122"/>
                          <a:cs typeface="Goetheanum Schrift Klar" pitchFamily="34" charset="-120"/>
                        </a:rPr>
                        <a:t>−80</a:t>
                      </a:r>
                      <a:endParaRPr lang="en-US" sz="1300" dirty="0">
                        <a:latin typeface="Goetheanum Schrift Klar" charset="0"/>
                        <a:ea typeface="Goetheanum Schrift Klar" charset="0"/>
                        <a:cs typeface="Goetheanum Schrift Klar" charset="0"/>
                      </a:endParaRPr>
                    </a:p>
                  </a:txBody>
                  <a:tcPr marL="109728" marR="109728" marT="73152" marB="7315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EEF4FB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A1A1A"/>
                          </a:solidFill>
                          <a:latin typeface="Goetheanum Schrift Klar" pitchFamily="34" charset="0"/>
                          <a:ea typeface="Goetheanum Schrift Klar" pitchFamily="34" charset="-122"/>
                          <a:cs typeface="Goetheanum Schrift Klar" pitchFamily="34" charset="-120"/>
                        </a:rPr>
                        <a:t>Verlag und Medien</a:t>
                      </a:r>
                      <a:endParaRPr lang="en-US" sz="1300" dirty="0">
                        <a:latin typeface="Goetheanum Schrift Klar" charset="0"/>
                        <a:ea typeface="Goetheanum Schrift Klar" charset="0"/>
                        <a:cs typeface="Goetheanum Schrift Klar" charset="0"/>
                      </a:endParaRPr>
                    </a:p>
                  </a:txBody>
                  <a:tcPr marL="109728" marR="109728" marT="73152" marB="7315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rgbClr val="1A1A1A"/>
                          </a:solidFill>
                          <a:latin typeface="Goetheanum Schrift Klar" pitchFamily="34" charset="0"/>
                          <a:ea typeface="Goetheanum Schrift Klar" pitchFamily="34" charset="-122"/>
                          <a:cs typeface="Goetheanum Schrift Klar" pitchFamily="34" charset="-120"/>
                        </a:rPr>
                        <a:t>1410</a:t>
                      </a:r>
                      <a:endParaRPr lang="en-US" sz="1300" dirty="0">
                        <a:latin typeface="Goetheanum Schrift Klar" charset="0"/>
                        <a:ea typeface="Goetheanum Schrift Klar" charset="0"/>
                        <a:cs typeface="Goetheanum Schrift Klar" charset="0"/>
                      </a:endParaRPr>
                    </a:p>
                  </a:txBody>
                  <a:tcPr marL="109728" marR="109728" marT="73152" marB="7315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rgbClr val="1A1A1A"/>
                          </a:solidFill>
                          <a:latin typeface="Goetheanum Schrift Klar" pitchFamily="34" charset="0"/>
                          <a:ea typeface="Goetheanum Schrift Klar" pitchFamily="34" charset="-122"/>
                          <a:cs typeface="Goetheanum Schrift Klar" pitchFamily="34" charset="-120"/>
                        </a:rPr>
                        <a:t>1530</a:t>
                      </a:r>
                      <a:endParaRPr lang="en-US" sz="1300" dirty="0">
                        <a:latin typeface="Goetheanum Schrift Klar" charset="0"/>
                        <a:ea typeface="Goetheanum Schrift Klar" charset="0"/>
                        <a:cs typeface="Goetheanum Schrift Klar" charset="0"/>
                      </a:endParaRPr>
                    </a:p>
                  </a:txBody>
                  <a:tcPr marL="109728" marR="109728" marT="73152" marB="7315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rgbClr val="005EB8"/>
                          </a:solidFill>
                          <a:latin typeface="Goetheanum Schrift Klar" pitchFamily="34" charset="0"/>
                          <a:ea typeface="Goetheanum Schrift Klar" pitchFamily="34" charset="-122"/>
                          <a:cs typeface="Goetheanum Schrift Klar" pitchFamily="34" charset="-120"/>
                        </a:rPr>
                        <a:t>+120</a:t>
                      </a:r>
                      <a:endParaRPr lang="en-US" sz="1300" dirty="0">
                        <a:latin typeface="Goetheanum Schrift Klar" charset="0"/>
                        <a:ea typeface="Goetheanum Schrift Klar" charset="0"/>
                        <a:cs typeface="Goetheanum Schrift Klar" charset="0"/>
                      </a:endParaRPr>
                    </a:p>
                  </a:txBody>
                  <a:tcPr marL="109728" marR="109728" marT="73152" marB="7315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A1A1A"/>
                          </a:solidFill>
                          <a:latin typeface="Goetheanum Schrift Klar" pitchFamily="34" charset="0"/>
                          <a:ea typeface="Goetheanum Schrift Klar" pitchFamily="34" charset="-122"/>
                          <a:cs typeface="Goetheanum Schrift Klar" pitchFamily="34" charset="-120"/>
                        </a:rPr>
                        <a:t>Gebäude und Park</a:t>
                      </a:r>
                      <a:endParaRPr lang="en-US" sz="1300" dirty="0">
                        <a:latin typeface="Goetheanum Schrift Klar" charset="0"/>
                        <a:ea typeface="Goetheanum Schrift Klar" charset="0"/>
                        <a:cs typeface="Goetheanum Schrift Klar" charset="0"/>
                      </a:endParaRPr>
                    </a:p>
                  </a:txBody>
                  <a:tcPr marL="109728" marR="109728" marT="73152" marB="7315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EEF4FB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rgbClr val="1A1A1A"/>
                          </a:solidFill>
                          <a:latin typeface="Goetheanum Schrift Klar" pitchFamily="34" charset="0"/>
                          <a:ea typeface="Goetheanum Schrift Klar" pitchFamily="34" charset="-122"/>
                          <a:cs typeface="Goetheanum Schrift Klar" pitchFamily="34" charset="-120"/>
                        </a:rPr>
                        <a:t>3210</a:t>
                      </a:r>
                      <a:endParaRPr lang="en-US" sz="1300" dirty="0">
                        <a:latin typeface="Goetheanum Schrift Klar" charset="0"/>
                        <a:ea typeface="Goetheanum Schrift Klar" charset="0"/>
                        <a:cs typeface="Goetheanum Schrift Klar" charset="0"/>
                      </a:endParaRPr>
                    </a:p>
                  </a:txBody>
                  <a:tcPr marL="109728" marR="109728" marT="73152" marB="7315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EEF4FB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rgbClr val="1A1A1A"/>
                          </a:solidFill>
                          <a:latin typeface="Goetheanum Schrift Klar" pitchFamily="34" charset="0"/>
                          <a:ea typeface="Goetheanum Schrift Klar" pitchFamily="34" charset="-122"/>
                          <a:cs typeface="Goetheanum Schrift Klar" pitchFamily="34" charset="-120"/>
                        </a:rPr>
                        <a:t>3640</a:t>
                      </a:r>
                      <a:endParaRPr lang="en-US" sz="1300" dirty="0">
                        <a:latin typeface="Goetheanum Schrift Klar" charset="0"/>
                        <a:ea typeface="Goetheanum Schrift Klar" charset="0"/>
                        <a:cs typeface="Goetheanum Schrift Klar" charset="0"/>
                      </a:endParaRPr>
                    </a:p>
                  </a:txBody>
                  <a:tcPr marL="109728" marR="109728" marT="73152" marB="7315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EEF4FB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rgbClr val="005EB8"/>
                          </a:solidFill>
                          <a:latin typeface="Goetheanum Schrift Klar" pitchFamily="34" charset="0"/>
                          <a:ea typeface="Goetheanum Schrift Klar" pitchFamily="34" charset="-122"/>
                          <a:cs typeface="Goetheanum Schrift Klar" pitchFamily="34" charset="-120"/>
                        </a:rPr>
                        <a:t>+430</a:t>
                      </a:r>
                      <a:endParaRPr lang="en-US" sz="1300" dirty="0">
                        <a:latin typeface="Goetheanum Schrift Klar" charset="0"/>
                        <a:ea typeface="Goetheanum Schrift Klar" charset="0"/>
                        <a:cs typeface="Goetheanum Schrift Klar" charset="0"/>
                      </a:endParaRPr>
                    </a:p>
                  </a:txBody>
                  <a:tcPr marL="109728" marR="109728" marT="73152" marB="7315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EEF4FB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A1A1A"/>
                          </a:solidFill>
                          <a:latin typeface="Goetheanum Schrift Deutlich" pitchFamily="34" charset="0"/>
                          <a:ea typeface="Goetheanum Schrift Deutlich" pitchFamily="34" charset="-122"/>
                          <a:cs typeface="Goetheanum Schrift Deutlich" pitchFamily="34" charset="-120"/>
                        </a:rPr>
                        <a:t>Total</a:t>
                      </a:r>
                      <a:endParaRPr lang="en-US" sz="1300" dirty="0">
                        <a:latin typeface="Goetheanum Schrift Deutlich" charset="0"/>
                        <a:ea typeface="Goetheanum Schrift Deutlich" charset="0"/>
                        <a:cs typeface="Goetheanum Schrift Deutlich" charset="0"/>
                      </a:endParaRPr>
                    </a:p>
                  </a:txBody>
                  <a:tcPr marL="109728" marR="109728" marT="73152" marB="7315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rgbClr val="1A1A1A"/>
                          </a:solidFill>
                          <a:latin typeface="Goetheanum Schrift Deutlich" pitchFamily="34" charset="0"/>
                          <a:ea typeface="Goetheanum Schrift Deutlich" pitchFamily="34" charset="-122"/>
                          <a:cs typeface="Goetheanum Schrift Deutlich" pitchFamily="34" charset="-120"/>
                        </a:rPr>
                        <a:t>11 690</a:t>
                      </a:r>
                      <a:endParaRPr lang="en-US" sz="1300" dirty="0">
                        <a:latin typeface="Goetheanum Schrift Deutlich" charset="0"/>
                        <a:ea typeface="Goetheanum Schrift Deutlich" charset="0"/>
                        <a:cs typeface="Goetheanum Schrift Deutlich" charset="0"/>
                      </a:endParaRPr>
                    </a:p>
                  </a:txBody>
                  <a:tcPr marL="109728" marR="109728" marT="73152" marB="7315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rgbClr val="1A1A1A"/>
                          </a:solidFill>
                          <a:latin typeface="Goetheanum Schrift Deutlich" pitchFamily="34" charset="0"/>
                          <a:ea typeface="Goetheanum Schrift Deutlich" pitchFamily="34" charset="-122"/>
                          <a:cs typeface="Goetheanum Schrift Deutlich" pitchFamily="34" charset="-120"/>
                        </a:rPr>
                        <a:t>12 420</a:t>
                      </a:r>
                      <a:endParaRPr lang="en-US" sz="1300" dirty="0">
                        <a:latin typeface="Goetheanum Schrift Deutlich" charset="0"/>
                        <a:ea typeface="Goetheanum Schrift Deutlich" charset="0"/>
                        <a:cs typeface="Goetheanum Schrift Deutlich" charset="0"/>
                      </a:endParaRPr>
                    </a:p>
                  </a:txBody>
                  <a:tcPr marL="109728" marR="109728" marT="73152" marB="7315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rgbClr val="005EB8"/>
                          </a:solidFill>
                          <a:latin typeface="Goetheanum Schrift Deutlich" pitchFamily="34" charset="0"/>
                          <a:ea typeface="Goetheanum Schrift Deutlich" pitchFamily="34" charset="-122"/>
                          <a:cs typeface="Goetheanum Schrift Deutlich" pitchFamily="34" charset="-120"/>
                        </a:rPr>
                        <a:t>+730</a:t>
                      </a:r>
                      <a:endParaRPr lang="en-US" sz="1300" dirty="0">
                        <a:latin typeface="Goetheanum Schrift Deutlich" charset="0"/>
                        <a:ea typeface="Goetheanum Schrift Deutlich" charset="0"/>
                        <a:cs typeface="Goetheanum Schrift Deutlich" charset="0"/>
                      </a:endParaRPr>
                    </a:p>
                  </a:txBody>
                  <a:tcPr marL="109728" marR="109728" marT="73152" marB="7315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</a:tr>
            </a:tbl>
          </a:graphicData>
        </a:graphic>
      </p:graphicFrame>
      <p:sp>
        <p:nvSpPr>
          <p:cNvPr id="5" name="Text 2"/>
          <p:cNvSpPr/>
          <p:nvPr/>
        </p:nvSpPr>
        <p:spPr>
          <a:xfrm>
            <a:off x="548640" y="5760720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480"/>
                </a:solidFill>
                <a:latin typeface="Goetheanum Schrift Klar" pitchFamily="34" charset="0"/>
                <a:ea typeface="Goetheanum Schrift Klar" pitchFamily="34" charset="-122"/>
                <a:cs typeface="Goetheanum Schrift Klar" pitchFamily="34" charset="-120"/>
              </a:rPr>
              <a:t>Angaben in Tausend CHF, Musterzahlen.</a:t>
            </a:r>
            <a:endParaRPr lang="en-US" sz="9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9747504" y="6995160"/>
            <a:ext cx="393192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anchor="ctr"/>
          <a:lstStyle>
            <a:lvl1pPr>
              <a:defRPr sz="900">
                <a:solidFill>
                  <a:srgbClr val="6B7480"/>
                </a:solidFill>
                <a:latin typeface="Goetheanum Schrift Klar"/>
                <a:ea typeface="Goetheanum Schrift Klar"/>
                <a:cs typeface="Goetheanum Schrift Klar"/>
              </a:defRPr>
            </a:lvl1pPr>
          </a:lstStyle>
          <a:p>
            <a:pPr algn="l"/>
            <a:fld id="{F7021451-1387-4CA6-816F-3879F97B5CBC}" type="slidenum">
              <a:rPr b="0" lang="en-US"/>
              <a:t>12</a:t>
            </a:fld>
            <a:endParaRPr lang="en-US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2" type="body" hasCustomPrompt="1"/>
          </p:nvPr>
        </p:nvSpPr>
        <p:spPr>
          <a:xfrm>
            <a:off x="2560320" y="1143000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300" dirty="0">
                <a:solidFill>
                  <a:srgbClr val="005EB8"/>
                </a:solidFill>
                <a:latin typeface="Goetheanum Schrift Klar" pitchFamily="34" charset="0"/>
                <a:ea typeface="Goetheanum Schrift Klar" pitchFamily="34" charset="-122"/>
                <a:cs typeface="Goetheanum Schrift Klar" pitchFamily="34" charset="-120"/>
              </a:rPr>
              <a:t>Vor Ort</a:t>
            </a:r>
            <a:endParaRPr lang="en-US" sz="1300" dirty="0"/>
          </a:p>
        </p:txBody>
      </p:sp>
      <p:sp>
        <p:nvSpPr>
          <p:cNvPr id="3" name="Text 1"/>
          <p:cNvSpPr/>
          <p:nvPr>
            <p:ph idx="103" type="title" hasCustomPrompt="1"/>
          </p:nvPr>
        </p:nvSpPr>
        <p:spPr>
          <a:xfrm>
            <a:off x="2560320" y="1463040"/>
            <a:ext cx="7580376" cy="59436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2600" dirty="0">
                <a:solidFill>
                  <a:srgbClr val="1A1A1A"/>
                </a:solidFill>
                <a:latin typeface="Goetheanum Schrift Deutlich" pitchFamily="34" charset="0"/>
                <a:ea typeface="Goetheanum Schrift Deutlich" pitchFamily="34" charset="-122"/>
                <a:cs typeface="Goetheanum Schrift Deutlich" pitchFamily="34" charset="-120"/>
              </a:rPr>
              <a:t>Praktische Hinweise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2560320" y="2926080"/>
            <a:ext cx="777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dirty="0">
                <a:solidFill>
                  <a:srgbClr val="005EB8"/>
                </a:solidFill>
                <a:latin typeface="Goetheanum Icons" pitchFamily="34" charset="0"/>
                <a:ea typeface="Goetheanum Icons" pitchFamily="34" charset="-122"/>
                <a:cs typeface="Goetheanum Icons" pitchFamily="34" charset="-120"/>
              </a:rPr>
              <a:t>g</a:t>
            </a:r>
            <a:endParaRPr lang="en-US" sz="3600" dirty="0"/>
          </a:p>
        </p:txBody>
      </p:sp>
      <p:sp>
        <p:nvSpPr>
          <p:cNvPr id="5" name="Text 3"/>
          <p:cNvSpPr/>
          <p:nvPr/>
        </p:nvSpPr>
        <p:spPr>
          <a:xfrm>
            <a:off x="3474720" y="2926080"/>
            <a:ext cx="3017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300" dirty="0">
                <a:solidFill>
                  <a:srgbClr val="1A1A1A"/>
                </a:solidFill>
                <a:latin typeface="Goetheanum Schrift Deutlich" pitchFamily="34" charset="0"/>
                <a:ea typeface="Goetheanum Schrift Deutlich" pitchFamily="34" charset="-122"/>
                <a:cs typeface="Goetheanum Schrift Deutlich" pitchFamily="34" charset="-120"/>
              </a:rPr>
              <a:t>WLAN</a:t>
            </a:r>
            <a:endParaRPr lang="en-US" sz="13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300" dirty="0">
                <a:solidFill>
                  <a:srgbClr val="6B7480"/>
                </a:solidFill>
                <a:latin typeface="Goetheanum Schrift Klar" pitchFamily="34" charset="0"/>
                <a:ea typeface="Goetheanum Schrift Klar" pitchFamily="34" charset="-122"/>
                <a:cs typeface="Goetheanum Schrift Klar" pitchFamily="34" charset="-120"/>
              </a:rPr>
              <a:t>Gastzugang: Goetheanum, offen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6492240" y="2926080"/>
            <a:ext cx="777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dirty="0">
                <a:solidFill>
                  <a:srgbClr val="005EB8"/>
                </a:solidFill>
                <a:latin typeface="Goetheanum Icons" pitchFamily="34" charset="0"/>
                <a:ea typeface="Goetheanum Icons" pitchFamily="34" charset="-122"/>
                <a:cs typeface="Goetheanum Icons" pitchFamily="34" charset="-120"/>
              </a:rPr>
              <a:t>a</a:t>
            </a:r>
            <a:endParaRPr lang="en-US" sz="3600" dirty="0"/>
          </a:p>
        </p:txBody>
      </p:sp>
      <p:sp>
        <p:nvSpPr>
          <p:cNvPr id="7" name="Text 5"/>
          <p:cNvSpPr/>
          <p:nvPr/>
        </p:nvSpPr>
        <p:spPr>
          <a:xfrm>
            <a:off x="7406640" y="2926080"/>
            <a:ext cx="3017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300" dirty="0">
                <a:solidFill>
                  <a:srgbClr val="1A1A1A"/>
                </a:solidFill>
                <a:latin typeface="Goetheanum Schrift Deutlich" pitchFamily="34" charset="0"/>
                <a:ea typeface="Goetheanum Schrift Deutlich" pitchFamily="34" charset="-122"/>
                <a:cs typeface="Goetheanum Schrift Deutlich" pitchFamily="34" charset="-120"/>
              </a:rPr>
              <a:t>Lift</a:t>
            </a:r>
            <a:endParaRPr lang="en-US" sz="13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300" dirty="0">
                <a:solidFill>
                  <a:srgbClr val="6B7480"/>
                </a:solidFill>
                <a:latin typeface="Goetheanum Schrift Klar" pitchFamily="34" charset="0"/>
                <a:ea typeface="Goetheanum Schrift Klar" pitchFamily="34" charset="-122"/>
                <a:cs typeface="Goetheanum Schrift Klar" pitchFamily="34" charset="-120"/>
              </a:rPr>
              <a:t>Zugang über den Westeingang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2560320" y="4480560"/>
            <a:ext cx="777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dirty="0">
                <a:solidFill>
                  <a:srgbClr val="005EB8"/>
                </a:solidFill>
                <a:latin typeface="Goetheanum Icons" pitchFamily="34" charset="0"/>
                <a:ea typeface="Goetheanum Icons" pitchFamily="34" charset="-122"/>
                <a:cs typeface="Goetheanum Icons" pitchFamily="34" charset="-120"/>
              </a:rPr>
              <a:t>e</a:t>
            </a:r>
            <a:endParaRPr lang="en-US" sz="3600" dirty="0"/>
          </a:p>
        </p:txBody>
      </p:sp>
      <p:sp>
        <p:nvSpPr>
          <p:cNvPr id="9" name="Text 7"/>
          <p:cNvSpPr/>
          <p:nvPr/>
        </p:nvSpPr>
        <p:spPr>
          <a:xfrm>
            <a:off x="3474720" y="4480560"/>
            <a:ext cx="3017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300" dirty="0">
                <a:solidFill>
                  <a:srgbClr val="1A1A1A"/>
                </a:solidFill>
                <a:latin typeface="Goetheanum Schrift Deutlich" pitchFamily="34" charset="0"/>
                <a:ea typeface="Goetheanum Schrift Deutlich" pitchFamily="34" charset="-122"/>
                <a:cs typeface="Goetheanum Schrift Deutlich" pitchFamily="34" charset="-120"/>
              </a:rPr>
              <a:t>Eintritt</a:t>
            </a:r>
            <a:endParaRPr lang="en-US" sz="13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300" dirty="0">
                <a:solidFill>
                  <a:srgbClr val="6B7480"/>
                </a:solidFill>
                <a:latin typeface="Goetheanum Schrift Klar" pitchFamily="34" charset="0"/>
                <a:ea typeface="Goetheanum Schrift Klar" pitchFamily="34" charset="-122"/>
                <a:cs typeface="Goetheanum Schrift Klar" pitchFamily="34" charset="-120"/>
              </a:rPr>
              <a:t>Frei, Kollekte am Ausgang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6492240" y="4480560"/>
            <a:ext cx="777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dirty="0">
                <a:solidFill>
                  <a:srgbClr val="005EB8"/>
                </a:solidFill>
                <a:latin typeface="Goetheanum Icons" pitchFamily="34" charset="0"/>
                <a:ea typeface="Goetheanum Icons" pitchFamily="34" charset="-122"/>
                <a:cs typeface="Goetheanum Icons" pitchFamily="34" charset="-120"/>
              </a:rPr>
              <a:t>z</a:t>
            </a:r>
            <a:endParaRPr lang="en-US" sz="3600" dirty="0"/>
          </a:p>
        </p:txBody>
      </p:sp>
      <p:sp>
        <p:nvSpPr>
          <p:cNvPr id="11" name="Text 9"/>
          <p:cNvSpPr/>
          <p:nvPr/>
        </p:nvSpPr>
        <p:spPr>
          <a:xfrm>
            <a:off x="7406640" y="4480560"/>
            <a:ext cx="3017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300" dirty="0">
                <a:solidFill>
                  <a:srgbClr val="1A1A1A"/>
                </a:solidFill>
                <a:latin typeface="Goetheanum Schrift Deutlich" pitchFamily="34" charset="0"/>
                <a:ea typeface="Goetheanum Schrift Deutlich" pitchFamily="34" charset="-122"/>
                <a:cs typeface="Goetheanum Schrift Deutlich" pitchFamily="34" charset="-120"/>
              </a:rPr>
              <a:t>Fotografie</a:t>
            </a:r>
            <a:endParaRPr lang="en-US" sz="13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300" dirty="0">
                <a:solidFill>
                  <a:srgbClr val="6B7480"/>
                </a:solidFill>
                <a:latin typeface="Goetheanum Schrift Klar" pitchFamily="34" charset="0"/>
                <a:ea typeface="Goetheanum Schrift Klar" pitchFamily="34" charset="-122"/>
                <a:cs typeface="Goetheanum Schrift Klar" pitchFamily="34" charset="-120"/>
              </a:rPr>
              <a:t>Bitte keine Aufnahmen im Saal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548640" y="653796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480"/>
                </a:solidFill>
                <a:latin typeface="Goetheanum Schrift Klar" pitchFamily="34" charset="0"/>
                <a:ea typeface="Goetheanum Schrift Klar" pitchFamily="34" charset="-122"/>
                <a:cs typeface="Goetheanum Schrift Klar" pitchFamily="34" charset="-120"/>
              </a:rPr>
              <a:t>Piktogramme: Schrift ‹Goetheanum Icons›, Belegung im </a:t>
            </a:r>
            <a:pPr indent="0" marL="0">
              <a:buNone/>
            </a:pPr>
            <a:r>
              <a:rPr lang="en-US" sz="900" dirty="0">
                <a:solidFill>
                  <a:srgbClr val="005EB8"/>
                </a:solidFill>
                <a:latin typeface="Goetheanum Schrift Klar" pitchFamily="34" charset="0"/>
                <a:ea typeface="Goetheanum Schrift Klar" pitchFamily="34" charset="-122"/>
                <a:cs typeface="Goetheanum Schrift Klar" pitchFamily="34" charset="-120"/>
                <a:hlinkClick r:id="rId1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‹Beipackzettel›</a:t>
            </a:r>
            <a:endParaRPr lang="en-US" sz="9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9747504" y="6995160"/>
            <a:ext cx="393192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anchor="ctr"/>
          <a:lstStyle>
            <a:lvl1pPr>
              <a:defRPr sz="900">
                <a:solidFill>
                  <a:srgbClr val="6B7480"/>
                </a:solidFill>
                <a:latin typeface="Goetheanum Schrift Klar"/>
                <a:ea typeface="Goetheanum Schrift Klar"/>
                <a:cs typeface="Goetheanum Schrift Klar"/>
              </a:defRPr>
            </a:lvl1pPr>
          </a:lstStyle>
          <a:p>
            <a:pPr algn="l"/>
            <a:fld id="{F7021451-1387-4CA6-816F-3879F97B5CBC}" type="slidenum">
              <a:rPr b="0" lang="en-US"/>
              <a:t>13</a:t>
            </a:fld>
            <a:endParaRPr lang="en-US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2002536" y="2468880"/>
            <a:ext cx="8229600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2600" dirty="0">
                <a:solidFill>
                  <a:srgbClr val="1A1A1A"/>
                </a:solidFill>
                <a:latin typeface="Goetheanum Schrift Leise" pitchFamily="34" charset="0"/>
                <a:ea typeface="Goetheanum Schrift Leise" pitchFamily="34" charset="-122"/>
                <a:cs typeface="Goetheanum Schrift Leise" pitchFamily="34" charset="-120"/>
              </a:rPr>
              <a:t>Ein Zitat oder eine These steht</a:t>
            </a:r>
            <a:endParaRPr lang="en-US" sz="26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2600" dirty="0">
                <a:solidFill>
                  <a:srgbClr val="1A1A1A"/>
                </a:solidFill>
                <a:latin typeface="Goetheanum Schrift Leise" pitchFamily="34" charset="0"/>
                <a:ea typeface="Goetheanum Schrift Leise" pitchFamily="34" charset="-122"/>
                <a:cs typeface="Goetheanum Schrift Leise" pitchFamily="34" charset="-120"/>
              </a:rPr>
              <a:t>allein auf der Folie, gesetzt in Leise,</a:t>
            </a:r>
            <a:endParaRPr lang="en-US" sz="26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2600" dirty="0">
                <a:solidFill>
                  <a:srgbClr val="1A1A1A"/>
                </a:solidFill>
                <a:latin typeface="Goetheanum Schrift Leise" pitchFamily="34" charset="0"/>
                <a:ea typeface="Goetheanum Schrift Leise" pitchFamily="34" charset="-122"/>
                <a:cs typeface="Goetheanum Schrift Leise" pitchFamily="34" charset="-120"/>
              </a:rPr>
              <a:t>gross, ruhig, ohne Beiwerk.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2002536" y="502920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480"/>
                </a:solidFill>
                <a:latin typeface="Goetheanum Schrift Klar" pitchFamily="34" charset="0"/>
                <a:ea typeface="Goetheanum Schrift Klar" pitchFamily="34" charset="-122"/>
                <a:cs typeface="Goetheanum Schrift Klar" pitchFamily="34" charset="-120"/>
              </a:rPr>
              <a:t>Vorname Name, Funktion · Quelle, Jahr</a:t>
            </a:r>
            <a:endParaRPr lang="en-US" sz="9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9747504" y="6995160"/>
            <a:ext cx="393192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anchor="ctr"/>
          <a:lstStyle>
            <a:lvl1pPr>
              <a:defRPr sz="900">
                <a:solidFill>
                  <a:srgbClr val="6B7480"/>
                </a:solidFill>
                <a:latin typeface="Goetheanum Schrift Klar"/>
                <a:ea typeface="Goetheanum Schrift Klar"/>
                <a:cs typeface="Goetheanum Schrift Klar"/>
              </a:defRPr>
            </a:lvl1pPr>
          </a:lstStyle>
          <a:p>
            <a:pPr algn="l"/>
            <a:fld id="{F7021451-1387-4CA6-816F-3879F97B5CBC}" type="slidenum">
              <a:rPr b="0" lang="en-US"/>
              <a:t>14</a:t>
            </a:fld>
            <a:endParaRPr lang="en-US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1" type="title" hasCustomPrompt="1"/>
          </p:nvPr>
        </p:nvSpPr>
        <p:spPr>
          <a:xfrm>
            <a:off x="2002536" y="2487168"/>
            <a:ext cx="7680960" cy="128016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5000" dirty="0">
                <a:solidFill>
                  <a:srgbClr val="FFFFFF"/>
                </a:solidFill>
                <a:latin typeface="Goetheanum Schrift Deutlich" pitchFamily="34" charset="0"/>
                <a:ea typeface="Goetheanum Schrift Deutlich" pitchFamily="34" charset="-122"/>
                <a:cs typeface="Goetheanum Schrift Deutlich" pitchFamily="34" charset="-120"/>
              </a:rPr>
              <a:t>Vielen Dank.</a:t>
            </a:r>
            <a:endParaRPr lang="en-US" sz="5000" dirty="0"/>
          </a:p>
        </p:txBody>
      </p:sp>
      <p:sp>
        <p:nvSpPr>
          <p:cNvPr id="3" name="Text 0"/>
          <p:cNvSpPr/>
          <p:nvPr>
            <p:ph idx="102" type="body" hasCustomPrompt="1"/>
          </p:nvPr>
        </p:nvSpPr>
        <p:spPr>
          <a:xfrm>
            <a:off x="2002536" y="3712464"/>
            <a:ext cx="7680960" cy="54864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2600" dirty="0">
                <a:solidFill>
                  <a:srgbClr val="BFD7F0"/>
                </a:solidFill>
                <a:latin typeface="Goetheanum Schrift Leise" pitchFamily="34" charset="0"/>
                <a:ea typeface="Goetheanum Schrift Leise" pitchFamily="34" charset="-122"/>
                <a:cs typeface="Goetheanum Schrift Leise" pitchFamily="34" charset="-120"/>
              </a:rPr>
              <a:t>Fragen, Unterlagen, Kontakt</a:t>
            </a:r>
            <a:endParaRPr lang="en-US" sz="2600" dirty="0"/>
          </a:p>
        </p:txBody>
      </p:sp>
      <p:sp>
        <p:nvSpPr>
          <p:cNvPr id="4" name="Text 0"/>
          <p:cNvSpPr/>
          <p:nvPr>
            <p:ph idx="103" type="body" hasCustomPrompt="1"/>
          </p:nvPr>
        </p:nvSpPr>
        <p:spPr>
          <a:xfrm>
            <a:off x="548640" y="6675120"/>
            <a:ext cx="9592056" cy="32004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algn="r" indent="0" marL="0">
              <a:buNone/>
            </a:pPr>
            <a:r>
              <a:rPr lang="en-US" sz="1300" dirty="0">
                <a:solidFill>
                  <a:srgbClr val="9CC3EC"/>
                </a:solidFill>
                <a:latin typeface="Goetheanum Schrift Klar" pitchFamily="34" charset="0"/>
                <a:ea typeface="Goetheanum Schrift Klar" pitchFamily="34" charset="-122"/>
                <a:cs typeface="Goetheanum Schrift Klar" pitchFamily="34" charset="-120"/>
              </a:rPr>
              <a:t>vorname.name@goetheanum.ch · +41 61 706 42 42 · goetheanum.ch</a:t>
            </a:r>
            <a:endParaRPr lang="en-US" sz="13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23272B"/>
      </a:dk2>
      <a:lt2>
        <a:srgbClr val="EEF4FB"/>
      </a:lt2>
      <a:accent1>
        <a:srgbClr val="005EB8"/>
      </a:accent1>
      <a:accent2>
        <a:srgbClr val="EBB565"/>
      </a:accent2>
      <a:accent3>
        <a:srgbClr val="94702E"/>
      </a:accent3>
      <a:accent4>
        <a:srgbClr val="9CC3EC"/>
      </a:accent4>
      <a:accent5>
        <a:srgbClr val="BFD7F0"/>
      </a:accent5>
      <a:accent6>
        <a:srgbClr val="6B7177"/>
      </a:accent6>
      <a:hlink>
        <a:srgbClr val="005EB8"/>
      </a:hlink>
      <a:folHlink>
        <a:srgbClr val="94702E"/>
      </a:folHlink>
    </a:clrScheme>
    <a:fontScheme name="Office">
      <a:majorFont>
        <a:latin typeface="Goetheanum Schrift Deutlich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Goetheanum Schrift Klar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15</Slides>
  <Notes>15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15</vt:i4>
      </vt:variant>
    </vt:vector>
  </HeadingPairs>
  <TitlesOfParts>
    <vt:vector size="18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</vt:vector>
  </TitlesOfParts>
  <Company>Goetheanum, Dornach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Goetheanum PowerPoint-Vorlage (A4 quer)</dc:title>
  <dc:subject>Präsentationsvorlage im Hausbild – Schrift v2.7</dc:subject>
  <dc:creator>Goetheanum</dc:creator>
  <cp:lastModifiedBy>Goetheanum</cp:lastModifiedBy>
  <cp:revision>5</cp:revision>
  <dcterms:created xsi:type="dcterms:W3CDTF">2026-07-08T19:00:25Z</dcterms:created>
  <dcterms:modified xsi:type="dcterms:W3CDTF">2026-07-08T19:00:25Z</dcterms:modified>
</cp:coreProperties>
</file>