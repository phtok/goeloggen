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"/>
              <a:cs typeface="Goetheanum Schrif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5000" dirty="0">
                <a:solidFill>
                  <a:srgbClr val="4D90D6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5000" dirty="0">
                <a:solidFill>
                  <a:srgbClr val="4D90D6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50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 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‹Goetheanum Icons›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5000" dirty="0">
                <a:solidFill>
                  <a:srgbClr val="4D90D6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Bühne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4380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+260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Hochschule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2950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2870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−80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1410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1530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3210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3640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+430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